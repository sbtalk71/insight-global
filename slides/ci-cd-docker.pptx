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4"/>
  </p:notesMasterIdLst>
  <p:sldIdLst>
    <p:sldId id="256" r:id="rId2"/>
    <p:sldId id="257" r:id="rId3"/>
    <p:sldId id="258" r:id="rId4"/>
    <p:sldId id="259" r:id="rId5"/>
    <p:sldId id="260" r:id="rId6"/>
    <p:sldId id="262" r:id="rId7"/>
    <p:sldId id="263" r:id="rId8"/>
    <p:sldId id="261" r:id="rId9"/>
    <p:sldId id="264" r:id="rId10"/>
    <p:sldId id="265" r:id="rId11"/>
    <p:sldId id="268" r:id="rId12"/>
    <p:sldId id="277" r:id="rId13"/>
    <p:sldId id="278" r:id="rId14"/>
    <p:sldId id="279" r:id="rId15"/>
    <p:sldId id="280" r:id="rId16"/>
    <p:sldId id="281" r:id="rId17"/>
    <p:sldId id="284" r:id="rId18"/>
    <p:sldId id="285" r:id="rId19"/>
    <p:sldId id="267" r:id="rId20"/>
    <p:sldId id="286" r:id="rId21"/>
    <p:sldId id="287" r:id="rId22"/>
    <p:sldId id="28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2FD043-2E95-442B-9D5D-A4F30A30C74E}" type="doc">
      <dgm:prSet loTypeId="urn:microsoft.com/office/officeart/2005/8/layout/chevron1" loCatId="process" qsTypeId="urn:microsoft.com/office/officeart/2005/8/quickstyle/simple1" qsCatId="simple" csTypeId="urn:microsoft.com/office/officeart/2005/8/colors/accent1_2" csCatId="accent1" phldr="1"/>
      <dgm:spPr/>
    </dgm:pt>
    <dgm:pt modelId="{BCDD1E67-2E6F-4691-A5E5-BA63B13D75B3}">
      <dgm:prSet phldrT="[Text]"/>
      <dgm:spPr/>
      <dgm:t>
        <a:bodyPr/>
        <a:lstStyle/>
        <a:p>
          <a:r>
            <a:rPr lang="en-IN" dirty="0"/>
            <a:t>Build</a:t>
          </a:r>
        </a:p>
      </dgm:t>
    </dgm:pt>
    <dgm:pt modelId="{563F140C-C2D7-480A-B858-96050D06BE05}" type="parTrans" cxnId="{03FD9676-6281-4B25-9B6C-A27C3B9C816E}">
      <dgm:prSet/>
      <dgm:spPr/>
      <dgm:t>
        <a:bodyPr/>
        <a:lstStyle/>
        <a:p>
          <a:endParaRPr lang="en-IN"/>
        </a:p>
      </dgm:t>
    </dgm:pt>
    <dgm:pt modelId="{48235D8A-BBCC-4665-B4FD-446459978A58}" type="sibTrans" cxnId="{03FD9676-6281-4B25-9B6C-A27C3B9C816E}">
      <dgm:prSet/>
      <dgm:spPr/>
      <dgm:t>
        <a:bodyPr/>
        <a:lstStyle/>
        <a:p>
          <a:endParaRPr lang="en-IN"/>
        </a:p>
      </dgm:t>
    </dgm:pt>
    <dgm:pt modelId="{7B0A3907-1F23-40D5-9F67-027E91492839}">
      <dgm:prSet phldrT="[Text]"/>
      <dgm:spPr/>
      <dgm:t>
        <a:bodyPr/>
        <a:lstStyle/>
        <a:p>
          <a:r>
            <a:rPr lang="en-IN" dirty="0"/>
            <a:t>Test</a:t>
          </a:r>
        </a:p>
      </dgm:t>
    </dgm:pt>
    <dgm:pt modelId="{6C3C696C-CADC-4562-A081-57F4A8D16DAE}" type="parTrans" cxnId="{C9052E87-BB0C-4154-ABA5-9DC04043CE4C}">
      <dgm:prSet/>
      <dgm:spPr/>
      <dgm:t>
        <a:bodyPr/>
        <a:lstStyle/>
        <a:p>
          <a:endParaRPr lang="en-IN"/>
        </a:p>
      </dgm:t>
    </dgm:pt>
    <dgm:pt modelId="{63D2F8B3-3BA9-49A6-A42F-BE0F59A8DA35}" type="sibTrans" cxnId="{C9052E87-BB0C-4154-ABA5-9DC04043CE4C}">
      <dgm:prSet/>
      <dgm:spPr/>
      <dgm:t>
        <a:bodyPr/>
        <a:lstStyle/>
        <a:p>
          <a:endParaRPr lang="en-IN"/>
        </a:p>
      </dgm:t>
    </dgm:pt>
    <dgm:pt modelId="{4FED8998-0E8B-4951-948C-A1C9961DED07}">
      <dgm:prSet phldrT="[Text]"/>
      <dgm:spPr/>
      <dgm:t>
        <a:bodyPr/>
        <a:lstStyle/>
        <a:p>
          <a:r>
            <a:rPr lang="en-IN" dirty="0"/>
            <a:t>Release</a:t>
          </a:r>
        </a:p>
      </dgm:t>
    </dgm:pt>
    <dgm:pt modelId="{EFEE5AC8-A9E8-4F73-A5DB-36036779A102}" type="parTrans" cxnId="{8938CB21-28F2-4D04-BF58-03B8B8DF315A}">
      <dgm:prSet/>
      <dgm:spPr/>
      <dgm:t>
        <a:bodyPr/>
        <a:lstStyle/>
        <a:p>
          <a:endParaRPr lang="en-IN"/>
        </a:p>
      </dgm:t>
    </dgm:pt>
    <dgm:pt modelId="{940F325D-A511-4DF2-A0B9-9A86280FC68B}" type="sibTrans" cxnId="{8938CB21-28F2-4D04-BF58-03B8B8DF315A}">
      <dgm:prSet/>
      <dgm:spPr/>
      <dgm:t>
        <a:bodyPr/>
        <a:lstStyle/>
        <a:p>
          <a:endParaRPr lang="en-IN"/>
        </a:p>
      </dgm:t>
    </dgm:pt>
    <dgm:pt modelId="{EE0E6DDA-DC9E-4FD4-9751-380446CF85E8}" type="pres">
      <dgm:prSet presAssocID="{102FD043-2E95-442B-9D5D-A4F30A30C74E}" presName="Name0" presStyleCnt="0">
        <dgm:presLayoutVars>
          <dgm:dir/>
          <dgm:animLvl val="lvl"/>
          <dgm:resizeHandles val="exact"/>
        </dgm:presLayoutVars>
      </dgm:prSet>
      <dgm:spPr/>
    </dgm:pt>
    <dgm:pt modelId="{B1CDB5E7-12F2-49C7-8396-184BF5EA3A80}" type="pres">
      <dgm:prSet presAssocID="{BCDD1E67-2E6F-4691-A5E5-BA63B13D75B3}" presName="parTxOnly" presStyleLbl="node1" presStyleIdx="0" presStyleCnt="3">
        <dgm:presLayoutVars>
          <dgm:chMax val="0"/>
          <dgm:chPref val="0"/>
          <dgm:bulletEnabled val="1"/>
        </dgm:presLayoutVars>
      </dgm:prSet>
      <dgm:spPr/>
    </dgm:pt>
    <dgm:pt modelId="{587E0193-91E3-44C1-A73F-8404271C20F6}" type="pres">
      <dgm:prSet presAssocID="{48235D8A-BBCC-4665-B4FD-446459978A58}" presName="parTxOnlySpace" presStyleCnt="0"/>
      <dgm:spPr/>
    </dgm:pt>
    <dgm:pt modelId="{A136D4FC-3A92-443C-BBF3-E3EF484D4FF8}" type="pres">
      <dgm:prSet presAssocID="{7B0A3907-1F23-40D5-9F67-027E91492839}" presName="parTxOnly" presStyleLbl="node1" presStyleIdx="1" presStyleCnt="3">
        <dgm:presLayoutVars>
          <dgm:chMax val="0"/>
          <dgm:chPref val="0"/>
          <dgm:bulletEnabled val="1"/>
        </dgm:presLayoutVars>
      </dgm:prSet>
      <dgm:spPr/>
    </dgm:pt>
    <dgm:pt modelId="{F9460E94-B7D0-48BB-AC12-6A6C2C61A080}" type="pres">
      <dgm:prSet presAssocID="{63D2F8B3-3BA9-49A6-A42F-BE0F59A8DA35}" presName="parTxOnlySpace" presStyleCnt="0"/>
      <dgm:spPr/>
    </dgm:pt>
    <dgm:pt modelId="{F4ED8ABB-666A-479D-A318-AB022385313B}" type="pres">
      <dgm:prSet presAssocID="{4FED8998-0E8B-4951-948C-A1C9961DED07}" presName="parTxOnly" presStyleLbl="node1" presStyleIdx="2" presStyleCnt="3">
        <dgm:presLayoutVars>
          <dgm:chMax val="0"/>
          <dgm:chPref val="0"/>
          <dgm:bulletEnabled val="1"/>
        </dgm:presLayoutVars>
      </dgm:prSet>
      <dgm:spPr/>
    </dgm:pt>
  </dgm:ptLst>
  <dgm:cxnLst>
    <dgm:cxn modelId="{8938CB21-28F2-4D04-BF58-03B8B8DF315A}" srcId="{102FD043-2E95-442B-9D5D-A4F30A30C74E}" destId="{4FED8998-0E8B-4951-948C-A1C9961DED07}" srcOrd="2" destOrd="0" parTransId="{EFEE5AC8-A9E8-4F73-A5DB-36036779A102}" sibTransId="{940F325D-A511-4DF2-A0B9-9A86280FC68B}"/>
    <dgm:cxn modelId="{DA805C73-9470-42CB-9F87-784FF62A8139}" type="presOf" srcId="{BCDD1E67-2E6F-4691-A5E5-BA63B13D75B3}" destId="{B1CDB5E7-12F2-49C7-8396-184BF5EA3A80}" srcOrd="0" destOrd="0" presId="urn:microsoft.com/office/officeart/2005/8/layout/chevron1"/>
    <dgm:cxn modelId="{03FD9676-6281-4B25-9B6C-A27C3B9C816E}" srcId="{102FD043-2E95-442B-9D5D-A4F30A30C74E}" destId="{BCDD1E67-2E6F-4691-A5E5-BA63B13D75B3}" srcOrd="0" destOrd="0" parTransId="{563F140C-C2D7-480A-B858-96050D06BE05}" sibTransId="{48235D8A-BBCC-4665-B4FD-446459978A58}"/>
    <dgm:cxn modelId="{C9052E87-BB0C-4154-ABA5-9DC04043CE4C}" srcId="{102FD043-2E95-442B-9D5D-A4F30A30C74E}" destId="{7B0A3907-1F23-40D5-9F67-027E91492839}" srcOrd="1" destOrd="0" parTransId="{6C3C696C-CADC-4562-A081-57F4A8D16DAE}" sibTransId="{63D2F8B3-3BA9-49A6-A42F-BE0F59A8DA35}"/>
    <dgm:cxn modelId="{FA0E3891-FD7C-4505-A0A4-F1D819646742}" type="presOf" srcId="{7B0A3907-1F23-40D5-9F67-027E91492839}" destId="{A136D4FC-3A92-443C-BBF3-E3EF484D4FF8}" srcOrd="0" destOrd="0" presId="urn:microsoft.com/office/officeart/2005/8/layout/chevron1"/>
    <dgm:cxn modelId="{28947894-9B9F-49BD-AFF4-BD9BA465D9B1}" type="presOf" srcId="{4FED8998-0E8B-4951-948C-A1C9961DED07}" destId="{F4ED8ABB-666A-479D-A318-AB022385313B}" srcOrd="0" destOrd="0" presId="urn:microsoft.com/office/officeart/2005/8/layout/chevron1"/>
    <dgm:cxn modelId="{CE41A5D3-9297-493F-AF4C-0A84F6AC49B7}" type="presOf" srcId="{102FD043-2E95-442B-9D5D-A4F30A30C74E}" destId="{EE0E6DDA-DC9E-4FD4-9751-380446CF85E8}" srcOrd="0" destOrd="0" presId="urn:microsoft.com/office/officeart/2005/8/layout/chevron1"/>
    <dgm:cxn modelId="{CA0C8BDE-E3C1-4CB2-8651-01123FD8D718}" type="presParOf" srcId="{EE0E6DDA-DC9E-4FD4-9751-380446CF85E8}" destId="{B1CDB5E7-12F2-49C7-8396-184BF5EA3A80}" srcOrd="0" destOrd="0" presId="urn:microsoft.com/office/officeart/2005/8/layout/chevron1"/>
    <dgm:cxn modelId="{4F5F8726-6480-439F-8009-77610E247D1A}" type="presParOf" srcId="{EE0E6DDA-DC9E-4FD4-9751-380446CF85E8}" destId="{587E0193-91E3-44C1-A73F-8404271C20F6}" srcOrd="1" destOrd="0" presId="urn:microsoft.com/office/officeart/2005/8/layout/chevron1"/>
    <dgm:cxn modelId="{15D85916-A1E6-44E5-A922-8C3137ED8056}" type="presParOf" srcId="{EE0E6DDA-DC9E-4FD4-9751-380446CF85E8}" destId="{A136D4FC-3A92-443C-BBF3-E3EF484D4FF8}" srcOrd="2" destOrd="0" presId="urn:microsoft.com/office/officeart/2005/8/layout/chevron1"/>
    <dgm:cxn modelId="{32569232-4FF7-4EC4-84CB-AC80BEC09EC9}" type="presParOf" srcId="{EE0E6DDA-DC9E-4FD4-9751-380446CF85E8}" destId="{F9460E94-B7D0-48BB-AC12-6A6C2C61A080}" srcOrd="3" destOrd="0" presId="urn:microsoft.com/office/officeart/2005/8/layout/chevron1"/>
    <dgm:cxn modelId="{70349334-429E-4C54-8662-0F277B4B78CF}" type="presParOf" srcId="{EE0E6DDA-DC9E-4FD4-9751-380446CF85E8}" destId="{F4ED8ABB-666A-479D-A318-AB022385313B}"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FF2D73F-55AD-46EC-80E8-7525BA0E29E9}" type="doc">
      <dgm:prSet loTypeId="urn:microsoft.com/office/officeart/2005/8/layout/chevron1" loCatId="process" qsTypeId="urn:microsoft.com/office/officeart/2005/8/quickstyle/simple1" qsCatId="simple" csTypeId="urn:microsoft.com/office/officeart/2005/8/colors/accent1_2" csCatId="accent1" phldr="1"/>
      <dgm:spPr/>
    </dgm:pt>
    <dgm:pt modelId="{C5548600-6905-43F3-ACAD-D3C903FFA0E7}">
      <dgm:prSet phldrT="[Text]"/>
      <dgm:spPr/>
      <dgm:t>
        <a:bodyPr/>
        <a:lstStyle/>
        <a:p>
          <a:r>
            <a:rPr lang="en-IN" dirty="0"/>
            <a:t>Plan</a:t>
          </a:r>
        </a:p>
      </dgm:t>
    </dgm:pt>
    <dgm:pt modelId="{5AA3E792-2B75-4EFC-9737-620C777E5956}" type="parTrans" cxnId="{C2051E52-AD1B-4919-9D18-D667F5AB6499}">
      <dgm:prSet/>
      <dgm:spPr/>
      <dgm:t>
        <a:bodyPr/>
        <a:lstStyle/>
        <a:p>
          <a:endParaRPr lang="en-IN"/>
        </a:p>
      </dgm:t>
    </dgm:pt>
    <dgm:pt modelId="{ADA6FD90-7299-4383-8078-66645B43DA1D}" type="sibTrans" cxnId="{C2051E52-AD1B-4919-9D18-D667F5AB6499}">
      <dgm:prSet/>
      <dgm:spPr/>
      <dgm:t>
        <a:bodyPr/>
        <a:lstStyle/>
        <a:p>
          <a:endParaRPr lang="en-IN"/>
        </a:p>
      </dgm:t>
    </dgm:pt>
    <dgm:pt modelId="{6DE8BCB1-3A2D-4D1F-9F0C-AFF88BC1222A}">
      <dgm:prSet phldrT="[Text]"/>
      <dgm:spPr/>
      <dgm:t>
        <a:bodyPr/>
        <a:lstStyle/>
        <a:p>
          <a:r>
            <a:rPr lang="en-IN" dirty="0"/>
            <a:t>Code</a:t>
          </a:r>
        </a:p>
      </dgm:t>
    </dgm:pt>
    <dgm:pt modelId="{134AFFBF-3487-4A11-9605-7AFC8E70630B}" type="parTrans" cxnId="{9A55C799-1CB3-41C7-A773-05C4569BA4C9}">
      <dgm:prSet/>
      <dgm:spPr/>
      <dgm:t>
        <a:bodyPr/>
        <a:lstStyle/>
        <a:p>
          <a:endParaRPr lang="en-IN"/>
        </a:p>
      </dgm:t>
    </dgm:pt>
    <dgm:pt modelId="{FFE4FE6E-7E1C-4365-BEB5-B5321A490D9B}" type="sibTrans" cxnId="{9A55C799-1CB3-41C7-A773-05C4569BA4C9}">
      <dgm:prSet/>
      <dgm:spPr/>
      <dgm:t>
        <a:bodyPr/>
        <a:lstStyle/>
        <a:p>
          <a:endParaRPr lang="en-IN"/>
        </a:p>
      </dgm:t>
    </dgm:pt>
    <dgm:pt modelId="{44F35E45-E863-40C9-8710-4DDDD2F53554}">
      <dgm:prSet phldrT="[Text]"/>
      <dgm:spPr/>
      <dgm:t>
        <a:bodyPr/>
        <a:lstStyle/>
        <a:p>
          <a:r>
            <a:rPr lang="en-IN" dirty="0"/>
            <a:t>Build</a:t>
          </a:r>
        </a:p>
      </dgm:t>
    </dgm:pt>
    <dgm:pt modelId="{6DF7EE6F-6088-4EEE-89BE-BFB20E4B975F}" type="parTrans" cxnId="{B016BF1E-1FC1-4071-8F22-433B8CE7DAA0}">
      <dgm:prSet/>
      <dgm:spPr/>
      <dgm:t>
        <a:bodyPr/>
        <a:lstStyle/>
        <a:p>
          <a:endParaRPr lang="en-IN"/>
        </a:p>
      </dgm:t>
    </dgm:pt>
    <dgm:pt modelId="{C8E0FED0-7983-4F64-9A76-4F20F6911114}" type="sibTrans" cxnId="{B016BF1E-1FC1-4071-8F22-433B8CE7DAA0}">
      <dgm:prSet/>
      <dgm:spPr/>
      <dgm:t>
        <a:bodyPr/>
        <a:lstStyle/>
        <a:p>
          <a:endParaRPr lang="en-IN"/>
        </a:p>
      </dgm:t>
    </dgm:pt>
    <dgm:pt modelId="{4A80050C-63F1-4EFA-9F59-F6B4F992C4E1}" type="pres">
      <dgm:prSet presAssocID="{7FF2D73F-55AD-46EC-80E8-7525BA0E29E9}" presName="Name0" presStyleCnt="0">
        <dgm:presLayoutVars>
          <dgm:dir/>
          <dgm:animLvl val="lvl"/>
          <dgm:resizeHandles val="exact"/>
        </dgm:presLayoutVars>
      </dgm:prSet>
      <dgm:spPr/>
    </dgm:pt>
    <dgm:pt modelId="{91AC0941-68E6-449F-9947-6D4152FD2AAA}" type="pres">
      <dgm:prSet presAssocID="{C5548600-6905-43F3-ACAD-D3C903FFA0E7}" presName="parTxOnly" presStyleLbl="node1" presStyleIdx="0" presStyleCnt="3" custLinFactX="-18863" custLinFactNeighborX="-100000" custLinFactNeighborY="2126">
        <dgm:presLayoutVars>
          <dgm:chMax val="0"/>
          <dgm:chPref val="0"/>
          <dgm:bulletEnabled val="1"/>
        </dgm:presLayoutVars>
      </dgm:prSet>
      <dgm:spPr/>
    </dgm:pt>
    <dgm:pt modelId="{8F797258-2574-4C47-9486-8C93E7C630CF}" type="pres">
      <dgm:prSet presAssocID="{ADA6FD90-7299-4383-8078-66645B43DA1D}" presName="parTxOnlySpace" presStyleCnt="0"/>
      <dgm:spPr/>
    </dgm:pt>
    <dgm:pt modelId="{AE6C8248-84B1-403F-9810-183CA0F9C139}" type="pres">
      <dgm:prSet presAssocID="{6DE8BCB1-3A2D-4D1F-9F0C-AFF88BC1222A}" presName="parTxOnly" presStyleLbl="node1" presStyleIdx="1" presStyleCnt="3">
        <dgm:presLayoutVars>
          <dgm:chMax val="0"/>
          <dgm:chPref val="0"/>
          <dgm:bulletEnabled val="1"/>
        </dgm:presLayoutVars>
      </dgm:prSet>
      <dgm:spPr/>
    </dgm:pt>
    <dgm:pt modelId="{B0377B08-A10C-4279-A40E-A47D12869B07}" type="pres">
      <dgm:prSet presAssocID="{FFE4FE6E-7E1C-4365-BEB5-B5321A490D9B}" presName="parTxOnlySpace" presStyleCnt="0"/>
      <dgm:spPr/>
    </dgm:pt>
    <dgm:pt modelId="{AEB8D0CA-AF78-418C-8EB6-F53B95E40F9C}" type="pres">
      <dgm:prSet presAssocID="{44F35E45-E863-40C9-8710-4DDDD2F53554}" presName="parTxOnly" presStyleLbl="node1" presStyleIdx="2" presStyleCnt="3">
        <dgm:presLayoutVars>
          <dgm:chMax val="0"/>
          <dgm:chPref val="0"/>
          <dgm:bulletEnabled val="1"/>
        </dgm:presLayoutVars>
      </dgm:prSet>
      <dgm:spPr/>
    </dgm:pt>
  </dgm:ptLst>
  <dgm:cxnLst>
    <dgm:cxn modelId="{45A71B16-B37C-457E-AFBA-F777EB5F97EA}" type="presOf" srcId="{7FF2D73F-55AD-46EC-80E8-7525BA0E29E9}" destId="{4A80050C-63F1-4EFA-9F59-F6B4F992C4E1}" srcOrd="0" destOrd="0" presId="urn:microsoft.com/office/officeart/2005/8/layout/chevron1"/>
    <dgm:cxn modelId="{BB4B1E17-2CDC-4F8B-B00D-F8E1A10BEBA0}" type="presOf" srcId="{44F35E45-E863-40C9-8710-4DDDD2F53554}" destId="{AEB8D0CA-AF78-418C-8EB6-F53B95E40F9C}" srcOrd="0" destOrd="0" presId="urn:microsoft.com/office/officeart/2005/8/layout/chevron1"/>
    <dgm:cxn modelId="{B016BF1E-1FC1-4071-8F22-433B8CE7DAA0}" srcId="{7FF2D73F-55AD-46EC-80E8-7525BA0E29E9}" destId="{44F35E45-E863-40C9-8710-4DDDD2F53554}" srcOrd="2" destOrd="0" parTransId="{6DF7EE6F-6088-4EEE-89BE-BFB20E4B975F}" sibTransId="{C8E0FED0-7983-4F64-9A76-4F20F6911114}"/>
    <dgm:cxn modelId="{C0D3B85D-F506-4C4B-A6C2-CB6AB5D579CA}" type="presOf" srcId="{C5548600-6905-43F3-ACAD-D3C903FFA0E7}" destId="{91AC0941-68E6-449F-9947-6D4152FD2AAA}" srcOrd="0" destOrd="0" presId="urn:microsoft.com/office/officeart/2005/8/layout/chevron1"/>
    <dgm:cxn modelId="{C2051E52-AD1B-4919-9D18-D667F5AB6499}" srcId="{7FF2D73F-55AD-46EC-80E8-7525BA0E29E9}" destId="{C5548600-6905-43F3-ACAD-D3C903FFA0E7}" srcOrd="0" destOrd="0" parTransId="{5AA3E792-2B75-4EFC-9737-620C777E5956}" sibTransId="{ADA6FD90-7299-4383-8078-66645B43DA1D}"/>
    <dgm:cxn modelId="{7CAA867E-A618-472A-91E0-3ABBBD7DD7BF}" type="presOf" srcId="{6DE8BCB1-3A2D-4D1F-9F0C-AFF88BC1222A}" destId="{AE6C8248-84B1-403F-9810-183CA0F9C139}" srcOrd="0" destOrd="0" presId="urn:microsoft.com/office/officeart/2005/8/layout/chevron1"/>
    <dgm:cxn modelId="{9A55C799-1CB3-41C7-A773-05C4569BA4C9}" srcId="{7FF2D73F-55AD-46EC-80E8-7525BA0E29E9}" destId="{6DE8BCB1-3A2D-4D1F-9F0C-AFF88BC1222A}" srcOrd="1" destOrd="0" parTransId="{134AFFBF-3487-4A11-9605-7AFC8E70630B}" sibTransId="{FFE4FE6E-7E1C-4365-BEB5-B5321A490D9B}"/>
    <dgm:cxn modelId="{0E3B26E8-0E78-4FD1-BBC6-0F4FAF498384}" type="presParOf" srcId="{4A80050C-63F1-4EFA-9F59-F6B4F992C4E1}" destId="{91AC0941-68E6-449F-9947-6D4152FD2AAA}" srcOrd="0" destOrd="0" presId="urn:microsoft.com/office/officeart/2005/8/layout/chevron1"/>
    <dgm:cxn modelId="{E2BA0838-5638-4C60-A626-66774E77FFC8}" type="presParOf" srcId="{4A80050C-63F1-4EFA-9F59-F6B4F992C4E1}" destId="{8F797258-2574-4C47-9486-8C93E7C630CF}" srcOrd="1" destOrd="0" presId="urn:microsoft.com/office/officeart/2005/8/layout/chevron1"/>
    <dgm:cxn modelId="{CD379278-B2C1-40B1-88DC-DB447A7BD547}" type="presParOf" srcId="{4A80050C-63F1-4EFA-9F59-F6B4F992C4E1}" destId="{AE6C8248-84B1-403F-9810-183CA0F9C139}" srcOrd="2" destOrd="0" presId="urn:microsoft.com/office/officeart/2005/8/layout/chevron1"/>
    <dgm:cxn modelId="{51BEB610-6C83-4F6F-B4E9-F443D41526C4}" type="presParOf" srcId="{4A80050C-63F1-4EFA-9F59-F6B4F992C4E1}" destId="{B0377B08-A10C-4279-A40E-A47D12869B07}" srcOrd="3" destOrd="0" presId="urn:microsoft.com/office/officeart/2005/8/layout/chevron1"/>
    <dgm:cxn modelId="{5178A129-0E0D-4E79-9D41-BB58165408D7}" type="presParOf" srcId="{4A80050C-63F1-4EFA-9F59-F6B4F992C4E1}" destId="{AEB8D0CA-AF78-418C-8EB6-F53B95E40F9C}"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FF2D73F-55AD-46EC-80E8-7525BA0E29E9}" type="doc">
      <dgm:prSet loTypeId="urn:microsoft.com/office/officeart/2005/8/layout/chevron1" loCatId="process" qsTypeId="urn:microsoft.com/office/officeart/2005/8/quickstyle/simple1" qsCatId="simple" csTypeId="urn:microsoft.com/office/officeart/2005/8/colors/accent1_2" csCatId="accent1" phldr="1"/>
      <dgm:spPr/>
    </dgm:pt>
    <dgm:pt modelId="{C5548600-6905-43F3-ACAD-D3C903FFA0E7}">
      <dgm:prSet phldrT="[Text]"/>
      <dgm:spPr/>
      <dgm:t>
        <a:bodyPr/>
        <a:lstStyle/>
        <a:p>
          <a:r>
            <a:rPr lang="en-IN" dirty="0"/>
            <a:t>Test</a:t>
          </a:r>
        </a:p>
      </dgm:t>
    </dgm:pt>
    <dgm:pt modelId="{5AA3E792-2B75-4EFC-9737-620C777E5956}" type="parTrans" cxnId="{C2051E52-AD1B-4919-9D18-D667F5AB6499}">
      <dgm:prSet/>
      <dgm:spPr/>
      <dgm:t>
        <a:bodyPr/>
        <a:lstStyle/>
        <a:p>
          <a:endParaRPr lang="en-IN"/>
        </a:p>
      </dgm:t>
    </dgm:pt>
    <dgm:pt modelId="{ADA6FD90-7299-4383-8078-66645B43DA1D}" type="sibTrans" cxnId="{C2051E52-AD1B-4919-9D18-D667F5AB6499}">
      <dgm:prSet/>
      <dgm:spPr/>
      <dgm:t>
        <a:bodyPr/>
        <a:lstStyle/>
        <a:p>
          <a:endParaRPr lang="en-IN"/>
        </a:p>
      </dgm:t>
    </dgm:pt>
    <dgm:pt modelId="{6DE8BCB1-3A2D-4D1F-9F0C-AFF88BC1222A}">
      <dgm:prSet phldrT="[Text]"/>
      <dgm:spPr/>
      <dgm:t>
        <a:bodyPr/>
        <a:lstStyle/>
        <a:p>
          <a:r>
            <a:rPr lang="en-IN" dirty="0"/>
            <a:t>Release</a:t>
          </a:r>
        </a:p>
      </dgm:t>
    </dgm:pt>
    <dgm:pt modelId="{134AFFBF-3487-4A11-9605-7AFC8E70630B}" type="parTrans" cxnId="{9A55C799-1CB3-41C7-A773-05C4569BA4C9}">
      <dgm:prSet/>
      <dgm:spPr/>
      <dgm:t>
        <a:bodyPr/>
        <a:lstStyle/>
        <a:p>
          <a:endParaRPr lang="en-IN"/>
        </a:p>
      </dgm:t>
    </dgm:pt>
    <dgm:pt modelId="{FFE4FE6E-7E1C-4365-BEB5-B5321A490D9B}" type="sibTrans" cxnId="{9A55C799-1CB3-41C7-A773-05C4569BA4C9}">
      <dgm:prSet/>
      <dgm:spPr/>
      <dgm:t>
        <a:bodyPr/>
        <a:lstStyle/>
        <a:p>
          <a:endParaRPr lang="en-IN"/>
        </a:p>
      </dgm:t>
    </dgm:pt>
    <dgm:pt modelId="{44F35E45-E863-40C9-8710-4DDDD2F53554}">
      <dgm:prSet phldrT="[Text]"/>
      <dgm:spPr/>
      <dgm:t>
        <a:bodyPr/>
        <a:lstStyle/>
        <a:p>
          <a:r>
            <a:rPr lang="en-IN" dirty="0"/>
            <a:t>Deploy</a:t>
          </a:r>
        </a:p>
      </dgm:t>
    </dgm:pt>
    <dgm:pt modelId="{6DF7EE6F-6088-4EEE-89BE-BFB20E4B975F}" type="parTrans" cxnId="{B016BF1E-1FC1-4071-8F22-433B8CE7DAA0}">
      <dgm:prSet/>
      <dgm:spPr/>
      <dgm:t>
        <a:bodyPr/>
        <a:lstStyle/>
        <a:p>
          <a:endParaRPr lang="en-IN"/>
        </a:p>
      </dgm:t>
    </dgm:pt>
    <dgm:pt modelId="{C8E0FED0-7983-4F64-9A76-4F20F6911114}" type="sibTrans" cxnId="{B016BF1E-1FC1-4071-8F22-433B8CE7DAA0}">
      <dgm:prSet/>
      <dgm:spPr/>
      <dgm:t>
        <a:bodyPr/>
        <a:lstStyle/>
        <a:p>
          <a:endParaRPr lang="en-IN"/>
        </a:p>
      </dgm:t>
    </dgm:pt>
    <dgm:pt modelId="{4A80050C-63F1-4EFA-9F59-F6B4F992C4E1}" type="pres">
      <dgm:prSet presAssocID="{7FF2D73F-55AD-46EC-80E8-7525BA0E29E9}" presName="Name0" presStyleCnt="0">
        <dgm:presLayoutVars>
          <dgm:dir/>
          <dgm:animLvl val="lvl"/>
          <dgm:resizeHandles val="exact"/>
        </dgm:presLayoutVars>
      </dgm:prSet>
      <dgm:spPr/>
    </dgm:pt>
    <dgm:pt modelId="{91AC0941-68E6-449F-9947-6D4152FD2AAA}" type="pres">
      <dgm:prSet presAssocID="{C5548600-6905-43F3-ACAD-D3C903FFA0E7}" presName="parTxOnly" presStyleLbl="node1" presStyleIdx="0" presStyleCnt="3">
        <dgm:presLayoutVars>
          <dgm:chMax val="0"/>
          <dgm:chPref val="0"/>
          <dgm:bulletEnabled val="1"/>
        </dgm:presLayoutVars>
      </dgm:prSet>
      <dgm:spPr/>
    </dgm:pt>
    <dgm:pt modelId="{8F797258-2574-4C47-9486-8C93E7C630CF}" type="pres">
      <dgm:prSet presAssocID="{ADA6FD90-7299-4383-8078-66645B43DA1D}" presName="parTxOnlySpace" presStyleCnt="0"/>
      <dgm:spPr/>
    </dgm:pt>
    <dgm:pt modelId="{AE6C8248-84B1-403F-9810-183CA0F9C139}" type="pres">
      <dgm:prSet presAssocID="{6DE8BCB1-3A2D-4D1F-9F0C-AFF88BC1222A}" presName="parTxOnly" presStyleLbl="node1" presStyleIdx="1" presStyleCnt="3">
        <dgm:presLayoutVars>
          <dgm:chMax val="0"/>
          <dgm:chPref val="0"/>
          <dgm:bulletEnabled val="1"/>
        </dgm:presLayoutVars>
      </dgm:prSet>
      <dgm:spPr/>
    </dgm:pt>
    <dgm:pt modelId="{B0377B08-A10C-4279-A40E-A47D12869B07}" type="pres">
      <dgm:prSet presAssocID="{FFE4FE6E-7E1C-4365-BEB5-B5321A490D9B}" presName="parTxOnlySpace" presStyleCnt="0"/>
      <dgm:spPr/>
    </dgm:pt>
    <dgm:pt modelId="{AEB8D0CA-AF78-418C-8EB6-F53B95E40F9C}" type="pres">
      <dgm:prSet presAssocID="{44F35E45-E863-40C9-8710-4DDDD2F53554}" presName="parTxOnly" presStyleLbl="node1" presStyleIdx="2" presStyleCnt="3">
        <dgm:presLayoutVars>
          <dgm:chMax val="0"/>
          <dgm:chPref val="0"/>
          <dgm:bulletEnabled val="1"/>
        </dgm:presLayoutVars>
      </dgm:prSet>
      <dgm:spPr/>
    </dgm:pt>
  </dgm:ptLst>
  <dgm:cxnLst>
    <dgm:cxn modelId="{45A71B16-B37C-457E-AFBA-F777EB5F97EA}" type="presOf" srcId="{7FF2D73F-55AD-46EC-80E8-7525BA0E29E9}" destId="{4A80050C-63F1-4EFA-9F59-F6B4F992C4E1}" srcOrd="0" destOrd="0" presId="urn:microsoft.com/office/officeart/2005/8/layout/chevron1"/>
    <dgm:cxn modelId="{BB4B1E17-2CDC-4F8B-B00D-F8E1A10BEBA0}" type="presOf" srcId="{44F35E45-E863-40C9-8710-4DDDD2F53554}" destId="{AEB8D0CA-AF78-418C-8EB6-F53B95E40F9C}" srcOrd="0" destOrd="0" presId="urn:microsoft.com/office/officeart/2005/8/layout/chevron1"/>
    <dgm:cxn modelId="{B016BF1E-1FC1-4071-8F22-433B8CE7DAA0}" srcId="{7FF2D73F-55AD-46EC-80E8-7525BA0E29E9}" destId="{44F35E45-E863-40C9-8710-4DDDD2F53554}" srcOrd="2" destOrd="0" parTransId="{6DF7EE6F-6088-4EEE-89BE-BFB20E4B975F}" sibTransId="{C8E0FED0-7983-4F64-9A76-4F20F6911114}"/>
    <dgm:cxn modelId="{C0D3B85D-F506-4C4B-A6C2-CB6AB5D579CA}" type="presOf" srcId="{C5548600-6905-43F3-ACAD-D3C903FFA0E7}" destId="{91AC0941-68E6-449F-9947-6D4152FD2AAA}" srcOrd="0" destOrd="0" presId="urn:microsoft.com/office/officeart/2005/8/layout/chevron1"/>
    <dgm:cxn modelId="{C2051E52-AD1B-4919-9D18-D667F5AB6499}" srcId="{7FF2D73F-55AD-46EC-80E8-7525BA0E29E9}" destId="{C5548600-6905-43F3-ACAD-D3C903FFA0E7}" srcOrd="0" destOrd="0" parTransId="{5AA3E792-2B75-4EFC-9737-620C777E5956}" sibTransId="{ADA6FD90-7299-4383-8078-66645B43DA1D}"/>
    <dgm:cxn modelId="{7CAA867E-A618-472A-91E0-3ABBBD7DD7BF}" type="presOf" srcId="{6DE8BCB1-3A2D-4D1F-9F0C-AFF88BC1222A}" destId="{AE6C8248-84B1-403F-9810-183CA0F9C139}" srcOrd="0" destOrd="0" presId="urn:microsoft.com/office/officeart/2005/8/layout/chevron1"/>
    <dgm:cxn modelId="{9A55C799-1CB3-41C7-A773-05C4569BA4C9}" srcId="{7FF2D73F-55AD-46EC-80E8-7525BA0E29E9}" destId="{6DE8BCB1-3A2D-4D1F-9F0C-AFF88BC1222A}" srcOrd="1" destOrd="0" parTransId="{134AFFBF-3487-4A11-9605-7AFC8E70630B}" sibTransId="{FFE4FE6E-7E1C-4365-BEB5-B5321A490D9B}"/>
    <dgm:cxn modelId="{0E3B26E8-0E78-4FD1-BBC6-0F4FAF498384}" type="presParOf" srcId="{4A80050C-63F1-4EFA-9F59-F6B4F992C4E1}" destId="{91AC0941-68E6-449F-9947-6D4152FD2AAA}" srcOrd="0" destOrd="0" presId="urn:microsoft.com/office/officeart/2005/8/layout/chevron1"/>
    <dgm:cxn modelId="{E2BA0838-5638-4C60-A626-66774E77FFC8}" type="presParOf" srcId="{4A80050C-63F1-4EFA-9F59-F6B4F992C4E1}" destId="{8F797258-2574-4C47-9486-8C93E7C630CF}" srcOrd="1" destOrd="0" presId="urn:microsoft.com/office/officeart/2005/8/layout/chevron1"/>
    <dgm:cxn modelId="{CD379278-B2C1-40B1-88DC-DB447A7BD547}" type="presParOf" srcId="{4A80050C-63F1-4EFA-9F59-F6B4F992C4E1}" destId="{AE6C8248-84B1-403F-9810-183CA0F9C139}" srcOrd="2" destOrd="0" presId="urn:microsoft.com/office/officeart/2005/8/layout/chevron1"/>
    <dgm:cxn modelId="{51BEB610-6C83-4F6F-B4E9-F443D41526C4}" type="presParOf" srcId="{4A80050C-63F1-4EFA-9F59-F6B4F992C4E1}" destId="{B0377B08-A10C-4279-A40E-A47D12869B07}" srcOrd="3" destOrd="0" presId="urn:microsoft.com/office/officeart/2005/8/layout/chevron1"/>
    <dgm:cxn modelId="{5178A129-0E0D-4E79-9D41-BB58165408D7}" type="presParOf" srcId="{4A80050C-63F1-4EFA-9F59-F6B4F992C4E1}" destId="{AEB8D0CA-AF78-418C-8EB6-F53B95E40F9C}" srcOrd="4"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F3BA252-47F7-4F6E-BD4D-8EE5EC6AF81B}" type="doc">
      <dgm:prSet loTypeId="urn:microsoft.com/office/officeart/2005/8/layout/chevron1" loCatId="process" qsTypeId="urn:microsoft.com/office/officeart/2005/8/quickstyle/simple1" qsCatId="simple" csTypeId="urn:microsoft.com/office/officeart/2005/8/colors/accent1_2" csCatId="accent1" phldr="1"/>
      <dgm:spPr/>
    </dgm:pt>
    <dgm:pt modelId="{9A580F26-55FB-4DDF-977C-C9CD4119D72E}">
      <dgm:prSet phldrT="[Text]"/>
      <dgm:spPr/>
      <dgm:t>
        <a:bodyPr/>
        <a:lstStyle/>
        <a:p>
          <a:r>
            <a:rPr lang="en-IN" dirty="0"/>
            <a:t>compile</a:t>
          </a:r>
        </a:p>
      </dgm:t>
    </dgm:pt>
    <dgm:pt modelId="{99BC7189-96F8-496B-8A1E-3A073CB9F10C}" type="parTrans" cxnId="{6F8D6AC0-B611-45AA-96F6-B6D8A3BF0EC4}">
      <dgm:prSet/>
      <dgm:spPr/>
      <dgm:t>
        <a:bodyPr/>
        <a:lstStyle/>
        <a:p>
          <a:endParaRPr lang="en-IN"/>
        </a:p>
      </dgm:t>
    </dgm:pt>
    <dgm:pt modelId="{58943B7A-8F2E-4CB7-B288-A61D72BB87FA}" type="sibTrans" cxnId="{6F8D6AC0-B611-45AA-96F6-B6D8A3BF0EC4}">
      <dgm:prSet/>
      <dgm:spPr/>
      <dgm:t>
        <a:bodyPr/>
        <a:lstStyle/>
        <a:p>
          <a:endParaRPr lang="en-IN"/>
        </a:p>
      </dgm:t>
    </dgm:pt>
    <dgm:pt modelId="{3FE6A4FA-653E-4E77-9638-63BFB036BD0B}">
      <dgm:prSet phldrT="[Text]"/>
      <dgm:spPr/>
      <dgm:t>
        <a:bodyPr/>
        <a:lstStyle/>
        <a:p>
          <a:r>
            <a:rPr lang="en-IN" dirty="0"/>
            <a:t>test</a:t>
          </a:r>
        </a:p>
      </dgm:t>
    </dgm:pt>
    <dgm:pt modelId="{F51A2EDF-8132-469D-A499-200E62591AF7}" type="parTrans" cxnId="{281A7D99-3290-4E43-95EC-600BBB2B0B35}">
      <dgm:prSet/>
      <dgm:spPr/>
      <dgm:t>
        <a:bodyPr/>
        <a:lstStyle/>
        <a:p>
          <a:endParaRPr lang="en-IN"/>
        </a:p>
      </dgm:t>
    </dgm:pt>
    <dgm:pt modelId="{00F1A3A0-8618-47D6-8946-61B84A1D27D8}" type="sibTrans" cxnId="{281A7D99-3290-4E43-95EC-600BBB2B0B35}">
      <dgm:prSet/>
      <dgm:spPr/>
      <dgm:t>
        <a:bodyPr/>
        <a:lstStyle/>
        <a:p>
          <a:endParaRPr lang="en-IN"/>
        </a:p>
      </dgm:t>
    </dgm:pt>
    <dgm:pt modelId="{92034003-EE17-491B-B823-A5F5CF7084D8}">
      <dgm:prSet phldrT="[Text]"/>
      <dgm:spPr/>
      <dgm:t>
        <a:bodyPr/>
        <a:lstStyle/>
        <a:p>
          <a:r>
            <a:rPr lang="en-IN" dirty="0"/>
            <a:t>package</a:t>
          </a:r>
        </a:p>
      </dgm:t>
    </dgm:pt>
    <dgm:pt modelId="{D20332A8-5D09-4901-B135-5C8D51E96CB8}" type="parTrans" cxnId="{581966CF-DC3A-4D1E-8345-A123B7276BAD}">
      <dgm:prSet/>
      <dgm:spPr/>
      <dgm:t>
        <a:bodyPr/>
        <a:lstStyle/>
        <a:p>
          <a:endParaRPr lang="en-IN"/>
        </a:p>
      </dgm:t>
    </dgm:pt>
    <dgm:pt modelId="{435416B8-110E-4537-B682-DB91192E6634}" type="sibTrans" cxnId="{581966CF-DC3A-4D1E-8345-A123B7276BAD}">
      <dgm:prSet/>
      <dgm:spPr/>
      <dgm:t>
        <a:bodyPr/>
        <a:lstStyle/>
        <a:p>
          <a:endParaRPr lang="en-IN"/>
        </a:p>
      </dgm:t>
    </dgm:pt>
    <dgm:pt modelId="{FCA8BD4E-DDE9-4EB0-A5D4-57D37BEA8D0A}" type="pres">
      <dgm:prSet presAssocID="{3F3BA252-47F7-4F6E-BD4D-8EE5EC6AF81B}" presName="Name0" presStyleCnt="0">
        <dgm:presLayoutVars>
          <dgm:dir/>
          <dgm:animLvl val="lvl"/>
          <dgm:resizeHandles val="exact"/>
        </dgm:presLayoutVars>
      </dgm:prSet>
      <dgm:spPr/>
    </dgm:pt>
    <dgm:pt modelId="{BFA5740B-79EB-4ACA-B3BA-1D6DC611BE03}" type="pres">
      <dgm:prSet presAssocID="{9A580F26-55FB-4DDF-977C-C9CD4119D72E}" presName="parTxOnly" presStyleLbl="node1" presStyleIdx="0" presStyleCnt="3">
        <dgm:presLayoutVars>
          <dgm:chMax val="0"/>
          <dgm:chPref val="0"/>
          <dgm:bulletEnabled val="1"/>
        </dgm:presLayoutVars>
      </dgm:prSet>
      <dgm:spPr/>
    </dgm:pt>
    <dgm:pt modelId="{EE1FFBCA-1DCE-4B1C-8145-94E4B8982975}" type="pres">
      <dgm:prSet presAssocID="{58943B7A-8F2E-4CB7-B288-A61D72BB87FA}" presName="parTxOnlySpace" presStyleCnt="0"/>
      <dgm:spPr/>
    </dgm:pt>
    <dgm:pt modelId="{B8EF9113-1A81-4FF1-A32B-A312F995C9C3}" type="pres">
      <dgm:prSet presAssocID="{3FE6A4FA-653E-4E77-9638-63BFB036BD0B}" presName="parTxOnly" presStyleLbl="node1" presStyleIdx="1" presStyleCnt="3">
        <dgm:presLayoutVars>
          <dgm:chMax val="0"/>
          <dgm:chPref val="0"/>
          <dgm:bulletEnabled val="1"/>
        </dgm:presLayoutVars>
      </dgm:prSet>
      <dgm:spPr/>
    </dgm:pt>
    <dgm:pt modelId="{45CEC4B5-18E4-477D-B5F6-F70980F55794}" type="pres">
      <dgm:prSet presAssocID="{00F1A3A0-8618-47D6-8946-61B84A1D27D8}" presName="parTxOnlySpace" presStyleCnt="0"/>
      <dgm:spPr/>
    </dgm:pt>
    <dgm:pt modelId="{21DC66BF-5A66-4073-8393-44664712B56B}" type="pres">
      <dgm:prSet presAssocID="{92034003-EE17-491B-B823-A5F5CF7084D8}" presName="parTxOnly" presStyleLbl="node1" presStyleIdx="2" presStyleCnt="3">
        <dgm:presLayoutVars>
          <dgm:chMax val="0"/>
          <dgm:chPref val="0"/>
          <dgm:bulletEnabled val="1"/>
        </dgm:presLayoutVars>
      </dgm:prSet>
      <dgm:spPr/>
    </dgm:pt>
  </dgm:ptLst>
  <dgm:cxnLst>
    <dgm:cxn modelId="{A9B7453A-CE91-449B-B7A8-0EE3EFB7FF0C}" type="presOf" srcId="{9A580F26-55FB-4DDF-977C-C9CD4119D72E}" destId="{BFA5740B-79EB-4ACA-B3BA-1D6DC611BE03}" srcOrd="0" destOrd="0" presId="urn:microsoft.com/office/officeart/2005/8/layout/chevron1"/>
    <dgm:cxn modelId="{38C2F687-3CF9-441C-9AEC-F390E46D2A3A}" type="presOf" srcId="{3F3BA252-47F7-4F6E-BD4D-8EE5EC6AF81B}" destId="{FCA8BD4E-DDE9-4EB0-A5D4-57D37BEA8D0A}" srcOrd="0" destOrd="0" presId="urn:microsoft.com/office/officeart/2005/8/layout/chevron1"/>
    <dgm:cxn modelId="{3993BA8B-ED74-4023-92B3-7075EDE299BE}" type="presOf" srcId="{3FE6A4FA-653E-4E77-9638-63BFB036BD0B}" destId="{B8EF9113-1A81-4FF1-A32B-A312F995C9C3}" srcOrd="0" destOrd="0" presId="urn:microsoft.com/office/officeart/2005/8/layout/chevron1"/>
    <dgm:cxn modelId="{281A7D99-3290-4E43-95EC-600BBB2B0B35}" srcId="{3F3BA252-47F7-4F6E-BD4D-8EE5EC6AF81B}" destId="{3FE6A4FA-653E-4E77-9638-63BFB036BD0B}" srcOrd="1" destOrd="0" parTransId="{F51A2EDF-8132-469D-A499-200E62591AF7}" sibTransId="{00F1A3A0-8618-47D6-8946-61B84A1D27D8}"/>
    <dgm:cxn modelId="{6F8D6AC0-B611-45AA-96F6-B6D8A3BF0EC4}" srcId="{3F3BA252-47F7-4F6E-BD4D-8EE5EC6AF81B}" destId="{9A580F26-55FB-4DDF-977C-C9CD4119D72E}" srcOrd="0" destOrd="0" parTransId="{99BC7189-96F8-496B-8A1E-3A073CB9F10C}" sibTransId="{58943B7A-8F2E-4CB7-B288-A61D72BB87FA}"/>
    <dgm:cxn modelId="{493E57C5-26A6-47A7-A0BD-E3C28FCFD235}" type="presOf" srcId="{92034003-EE17-491B-B823-A5F5CF7084D8}" destId="{21DC66BF-5A66-4073-8393-44664712B56B}" srcOrd="0" destOrd="0" presId="urn:microsoft.com/office/officeart/2005/8/layout/chevron1"/>
    <dgm:cxn modelId="{581966CF-DC3A-4D1E-8345-A123B7276BAD}" srcId="{3F3BA252-47F7-4F6E-BD4D-8EE5EC6AF81B}" destId="{92034003-EE17-491B-B823-A5F5CF7084D8}" srcOrd="2" destOrd="0" parTransId="{D20332A8-5D09-4901-B135-5C8D51E96CB8}" sibTransId="{435416B8-110E-4537-B682-DB91192E6634}"/>
    <dgm:cxn modelId="{8C7C6A94-FDE2-4AE2-A919-3F201DECE93A}" type="presParOf" srcId="{FCA8BD4E-DDE9-4EB0-A5D4-57D37BEA8D0A}" destId="{BFA5740B-79EB-4ACA-B3BA-1D6DC611BE03}" srcOrd="0" destOrd="0" presId="urn:microsoft.com/office/officeart/2005/8/layout/chevron1"/>
    <dgm:cxn modelId="{7E11B946-705F-4070-831F-BA06CD161E3D}" type="presParOf" srcId="{FCA8BD4E-DDE9-4EB0-A5D4-57D37BEA8D0A}" destId="{EE1FFBCA-1DCE-4B1C-8145-94E4B8982975}" srcOrd="1" destOrd="0" presId="urn:microsoft.com/office/officeart/2005/8/layout/chevron1"/>
    <dgm:cxn modelId="{491F7AC0-4B23-4752-A303-8FBC7FB652BE}" type="presParOf" srcId="{FCA8BD4E-DDE9-4EB0-A5D4-57D37BEA8D0A}" destId="{B8EF9113-1A81-4FF1-A32B-A312F995C9C3}" srcOrd="2" destOrd="0" presId="urn:microsoft.com/office/officeart/2005/8/layout/chevron1"/>
    <dgm:cxn modelId="{47DBE7F1-2810-4473-BE5D-F86BB51D071E}" type="presParOf" srcId="{FCA8BD4E-DDE9-4EB0-A5D4-57D37BEA8D0A}" destId="{45CEC4B5-18E4-477D-B5F6-F70980F55794}" srcOrd="3" destOrd="0" presId="urn:microsoft.com/office/officeart/2005/8/layout/chevron1"/>
    <dgm:cxn modelId="{48596A38-33F0-49A1-B2EF-8AB1EF5A6370}" type="presParOf" srcId="{FCA8BD4E-DDE9-4EB0-A5D4-57D37BEA8D0A}" destId="{21DC66BF-5A66-4073-8393-44664712B56B}"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3BA252-47F7-4F6E-BD4D-8EE5EC6AF81B}" type="doc">
      <dgm:prSet loTypeId="urn:microsoft.com/office/officeart/2005/8/layout/chevron1" loCatId="process" qsTypeId="urn:microsoft.com/office/officeart/2005/8/quickstyle/simple1" qsCatId="simple" csTypeId="urn:microsoft.com/office/officeart/2005/8/colors/accent1_2" csCatId="accent1" phldr="1"/>
      <dgm:spPr/>
    </dgm:pt>
    <dgm:pt modelId="{9A580F26-55FB-4DDF-977C-C9CD4119D72E}">
      <dgm:prSet phldrT="[Text]"/>
      <dgm:spPr/>
      <dgm:t>
        <a:bodyPr/>
        <a:lstStyle/>
        <a:p>
          <a:r>
            <a:rPr lang="en-IN" dirty="0"/>
            <a:t>Build docker image</a:t>
          </a:r>
        </a:p>
      </dgm:t>
    </dgm:pt>
    <dgm:pt modelId="{99BC7189-96F8-496B-8A1E-3A073CB9F10C}" type="parTrans" cxnId="{6F8D6AC0-B611-45AA-96F6-B6D8A3BF0EC4}">
      <dgm:prSet/>
      <dgm:spPr/>
      <dgm:t>
        <a:bodyPr/>
        <a:lstStyle/>
        <a:p>
          <a:endParaRPr lang="en-IN"/>
        </a:p>
      </dgm:t>
    </dgm:pt>
    <dgm:pt modelId="{58943B7A-8F2E-4CB7-B288-A61D72BB87FA}" type="sibTrans" cxnId="{6F8D6AC0-B611-45AA-96F6-B6D8A3BF0EC4}">
      <dgm:prSet/>
      <dgm:spPr/>
      <dgm:t>
        <a:bodyPr/>
        <a:lstStyle/>
        <a:p>
          <a:endParaRPr lang="en-IN"/>
        </a:p>
      </dgm:t>
    </dgm:pt>
    <dgm:pt modelId="{3FE6A4FA-653E-4E77-9638-63BFB036BD0B}">
      <dgm:prSet phldrT="[Text]"/>
      <dgm:spPr/>
      <dgm:t>
        <a:bodyPr/>
        <a:lstStyle/>
        <a:p>
          <a:r>
            <a:rPr lang="en-IN" dirty="0"/>
            <a:t>Publish image to docker hub</a:t>
          </a:r>
        </a:p>
      </dgm:t>
    </dgm:pt>
    <dgm:pt modelId="{F51A2EDF-8132-469D-A499-200E62591AF7}" type="parTrans" cxnId="{281A7D99-3290-4E43-95EC-600BBB2B0B35}">
      <dgm:prSet/>
      <dgm:spPr/>
      <dgm:t>
        <a:bodyPr/>
        <a:lstStyle/>
        <a:p>
          <a:endParaRPr lang="en-IN"/>
        </a:p>
      </dgm:t>
    </dgm:pt>
    <dgm:pt modelId="{00F1A3A0-8618-47D6-8946-61B84A1D27D8}" type="sibTrans" cxnId="{281A7D99-3290-4E43-95EC-600BBB2B0B35}">
      <dgm:prSet/>
      <dgm:spPr/>
      <dgm:t>
        <a:bodyPr/>
        <a:lstStyle/>
        <a:p>
          <a:endParaRPr lang="en-IN"/>
        </a:p>
      </dgm:t>
    </dgm:pt>
    <dgm:pt modelId="{FCA8BD4E-DDE9-4EB0-A5D4-57D37BEA8D0A}" type="pres">
      <dgm:prSet presAssocID="{3F3BA252-47F7-4F6E-BD4D-8EE5EC6AF81B}" presName="Name0" presStyleCnt="0">
        <dgm:presLayoutVars>
          <dgm:dir/>
          <dgm:animLvl val="lvl"/>
          <dgm:resizeHandles val="exact"/>
        </dgm:presLayoutVars>
      </dgm:prSet>
      <dgm:spPr/>
    </dgm:pt>
    <dgm:pt modelId="{BFA5740B-79EB-4ACA-B3BA-1D6DC611BE03}" type="pres">
      <dgm:prSet presAssocID="{9A580F26-55FB-4DDF-977C-C9CD4119D72E}" presName="parTxOnly" presStyleLbl="node1" presStyleIdx="0" presStyleCnt="2" custLinFactNeighborX="-19728" custLinFactNeighborY="370">
        <dgm:presLayoutVars>
          <dgm:chMax val="0"/>
          <dgm:chPref val="0"/>
          <dgm:bulletEnabled val="1"/>
        </dgm:presLayoutVars>
      </dgm:prSet>
      <dgm:spPr/>
    </dgm:pt>
    <dgm:pt modelId="{EE1FFBCA-1DCE-4B1C-8145-94E4B8982975}" type="pres">
      <dgm:prSet presAssocID="{58943B7A-8F2E-4CB7-B288-A61D72BB87FA}" presName="parTxOnlySpace" presStyleCnt="0"/>
      <dgm:spPr/>
    </dgm:pt>
    <dgm:pt modelId="{B8EF9113-1A81-4FF1-A32B-A312F995C9C3}" type="pres">
      <dgm:prSet presAssocID="{3FE6A4FA-653E-4E77-9638-63BFB036BD0B}" presName="parTxOnly" presStyleLbl="node1" presStyleIdx="1" presStyleCnt="2" custLinFactNeighborY="2627">
        <dgm:presLayoutVars>
          <dgm:chMax val="0"/>
          <dgm:chPref val="0"/>
          <dgm:bulletEnabled val="1"/>
        </dgm:presLayoutVars>
      </dgm:prSet>
      <dgm:spPr/>
    </dgm:pt>
  </dgm:ptLst>
  <dgm:cxnLst>
    <dgm:cxn modelId="{A9B7453A-CE91-449B-B7A8-0EE3EFB7FF0C}" type="presOf" srcId="{9A580F26-55FB-4DDF-977C-C9CD4119D72E}" destId="{BFA5740B-79EB-4ACA-B3BA-1D6DC611BE03}" srcOrd="0" destOrd="0" presId="urn:microsoft.com/office/officeart/2005/8/layout/chevron1"/>
    <dgm:cxn modelId="{38C2F687-3CF9-441C-9AEC-F390E46D2A3A}" type="presOf" srcId="{3F3BA252-47F7-4F6E-BD4D-8EE5EC6AF81B}" destId="{FCA8BD4E-DDE9-4EB0-A5D4-57D37BEA8D0A}" srcOrd="0" destOrd="0" presId="urn:microsoft.com/office/officeart/2005/8/layout/chevron1"/>
    <dgm:cxn modelId="{3993BA8B-ED74-4023-92B3-7075EDE299BE}" type="presOf" srcId="{3FE6A4FA-653E-4E77-9638-63BFB036BD0B}" destId="{B8EF9113-1A81-4FF1-A32B-A312F995C9C3}" srcOrd="0" destOrd="0" presId="urn:microsoft.com/office/officeart/2005/8/layout/chevron1"/>
    <dgm:cxn modelId="{281A7D99-3290-4E43-95EC-600BBB2B0B35}" srcId="{3F3BA252-47F7-4F6E-BD4D-8EE5EC6AF81B}" destId="{3FE6A4FA-653E-4E77-9638-63BFB036BD0B}" srcOrd="1" destOrd="0" parTransId="{F51A2EDF-8132-469D-A499-200E62591AF7}" sibTransId="{00F1A3A0-8618-47D6-8946-61B84A1D27D8}"/>
    <dgm:cxn modelId="{6F8D6AC0-B611-45AA-96F6-B6D8A3BF0EC4}" srcId="{3F3BA252-47F7-4F6E-BD4D-8EE5EC6AF81B}" destId="{9A580F26-55FB-4DDF-977C-C9CD4119D72E}" srcOrd="0" destOrd="0" parTransId="{99BC7189-96F8-496B-8A1E-3A073CB9F10C}" sibTransId="{58943B7A-8F2E-4CB7-B288-A61D72BB87FA}"/>
    <dgm:cxn modelId="{8C7C6A94-FDE2-4AE2-A919-3F201DECE93A}" type="presParOf" srcId="{FCA8BD4E-DDE9-4EB0-A5D4-57D37BEA8D0A}" destId="{BFA5740B-79EB-4ACA-B3BA-1D6DC611BE03}" srcOrd="0" destOrd="0" presId="urn:microsoft.com/office/officeart/2005/8/layout/chevron1"/>
    <dgm:cxn modelId="{7E11B946-705F-4070-831F-BA06CD161E3D}" type="presParOf" srcId="{FCA8BD4E-DDE9-4EB0-A5D4-57D37BEA8D0A}" destId="{EE1FFBCA-1DCE-4B1C-8145-94E4B8982975}" srcOrd="1" destOrd="0" presId="urn:microsoft.com/office/officeart/2005/8/layout/chevron1"/>
    <dgm:cxn modelId="{491F7AC0-4B23-4752-A303-8FBC7FB652BE}" type="presParOf" srcId="{FCA8BD4E-DDE9-4EB0-A5D4-57D37BEA8D0A}" destId="{B8EF9113-1A81-4FF1-A32B-A312F995C9C3}" srcOrd="2"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CDB5E7-12F2-49C7-8396-184BF5EA3A80}">
      <dsp:nvSpPr>
        <dsp:cNvPr id="0" name=""/>
        <dsp:cNvSpPr/>
      </dsp:nvSpPr>
      <dsp:spPr>
        <a:xfrm>
          <a:off x="1126" y="402579"/>
          <a:ext cx="1371912" cy="548764"/>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IN" sz="1500" kern="1200" dirty="0"/>
            <a:t>Build</a:t>
          </a:r>
        </a:p>
      </dsp:txBody>
      <dsp:txXfrm>
        <a:off x="275508" y="402579"/>
        <a:ext cx="823148" cy="548764"/>
      </dsp:txXfrm>
    </dsp:sp>
    <dsp:sp modelId="{A136D4FC-3A92-443C-BBF3-E3EF484D4FF8}">
      <dsp:nvSpPr>
        <dsp:cNvPr id="0" name=""/>
        <dsp:cNvSpPr/>
      </dsp:nvSpPr>
      <dsp:spPr>
        <a:xfrm>
          <a:off x="1235846" y="402579"/>
          <a:ext cx="1371912" cy="548764"/>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IN" sz="1500" kern="1200" dirty="0"/>
            <a:t>Test</a:t>
          </a:r>
        </a:p>
      </dsp:txBody>
      <dsp:txXfrm>
        <a:off x="1510228" y="402579"/>
        <a:ext cx="823148" cy="548764"/>
      </dsp:txXfrm>
    </dsp:sp>
    <dsp:sp modelId="{F4ED8ABB-666A-479D-A318-AB022385313B}">
      <dsp:nvSpPr>
        <dsp:cNvPr id="0" name=""/>
        <dsp:cNvSpPr/>
      </dsp:nvSpPr>
      <dsp:spPr>
        <a:xfrm>
          <a:off x="2470567" y="402579"/>
          <a:ext cx="1371912" cy="548764"/>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IN" sz="1500" kern="1200" dirty="0"/>
            <a:t>Release</a:t>
          </a:r>
        </a:p>
      </dsp:txBody>
      <dsp:txXfrm>
        <a:off x="2744949" y="402579"/>
        <a:ext cx="823148" cy="5487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AC0941-68E6-449F-9947-6D4152FD2AAA}">
      <dsp:nvSpPr>
        <dsp:cNvPr id="0" name=""/>
        <dsp:cNvSpPr/>
      </dsp:nvSpPr>
      <dsp:spPr>
        <a:xfrm>
          <a:off x="0" y="289310"/>
          <a:ext cx="1559650" cy="623860"/>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Plan</a:t>
          </a:r>
        </a:p>
      </dsp:txBody>
      <dsp:txXfrm>
        <a:off x="311930" y="289310"/>
        <a:ext cx="935790" cy="623860"/>
      </dsp:txXfrm>
    </dsp:sp>
    <dsp:sp modelId="{AE6C8248-84B1-403F-9810-183CA0F9C139}">
      <dsp:nvSpPr>
        <dsp:cNvPr id="0" name=""/>
        <dsp:cNvSpPr/>
      </dsp:nvSpPr>
      <dsp:spPr>
        <a:xfrm>
          <a:off x="1404965" y="276046"/>
          <a:ext cx="1559650" cy="623860"/>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Code</a:t>
          </a:r>
        </a:p>
      </dsp:txBody>
      <dsp:txXfrm>
        <a:off x="1716895" y="276046"/>
        <a:ext cx="935790" cy="623860"/>
      </dsp:txXfrm>
    </dsp:sp>
    <dsp:sp modelId="{AEB8D0CA-AF78-418C-8EB6-F53B95E40F9C}">
      <dsp:nvSpPr>
        <dsp:cNvPr id="0" name=""/>
        <dsp:cNvSpPr/>
      </dsp:nvSpPr>
      <dsp:spPr>
        <a:xfrm>
          <a:off x="2808650" y="276046"/>
          <a:ext cx="1559650" cy="623860"/>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Build</a:t>
          </a:r>
        </a:p>
      </dsp:txBody>
      <dsp:txXfrm>
        <a:off x="3120580" y="276046"/>
        <a:ext cx="935790" cy="6238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AC0941-68E6-449F-9947-6D4152FD2AAA}">
      <dsp:nvSpPr>
        <dsp:cNvPr id="0" name=""/>
        <dsp:cNvSpPr/>
      </dsp:nvSpPr>
      <dsp:spPr>
        <a:xfrm>
          <a:off x="1319" y="266562"/>
          <a:ext cx="1607073" cy="642829"/>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IN" sz="1700" kern="1200" dirty="0"/>
            <a:t>Test</a:t>
          </a:r>
        </a:p>
      </dsp:txBody>
      <dsp:txXfrm>
        <a:off x="322734" y="266562"/>
        <a:ext cx="964244" cy="642829"/>
      </dsp:txXfrm>
    </dsp:sp>
    <dsp:sp modelId="{AE6C8248-84B1-403F-9810-183CA0F9C139}">
      <dsp:nvSpPr>
        <dsp:cNvPr id="0" name=""/>
        <dsp:cNvSpPr/>
      </dsp:nvSpPr>
      <dsp:spPr>
        <a:xfrm>
          <a:off x="1447684" y="266562"/>
          <a:ext cx="1607073" cy="642829"/>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IN" sz="1700" kern="1200" dirty="0"/>
            <a:t>Release</a:t>
          </a:r>
        </a:p>
      </dsp:txBody>
      <dsp:txXfrm>
        <a:off x="1769099" y="266562"/>
        <a:ext cx="964244" cy="642829"/>
      </dsp:txXfrm>
    </dsp:sp>
    <dsp:sp modelId="{AEB8D0CA-AF78-418C-8EB6-F53B95E40F9C}">
      <dsp:nvSpPr>
        <dsp:cNvPr id="0" name=""/>
        <dsp:cNvSpPr/>
      </dsp:nvSpPr>
      <dsp:spPr>
        <a:xfrm>
          <a:off x="2894050" y="266562"/>
          <a:ext cx="1607073" cy="642829"/>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IN" sz="1700" kern="1200" dirty="0"/>
            <a:t>Deploy</a:t>
          </a:r>
        </a:p>
      </dsp:txBody>
      <dsp:txXfrm>
        <a:off x="3215465" y="266562"/>
        <a:ext cx="964244" cy="6428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5740B-79EB-4ACA-B3BA-1D6DC611BE03}">
      <dsp:nvSpPr>
        <dsp:cNvPr id="0" name=""/>
        <dsp:cNvSpPr/>
      </dsp:nvSpPr>
      <dsp:spPr>
        <a:xfrm>
          <a:off x="1281" y="672529"/>
          <a:ext cx="1561045" cy="624418"/>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kern="1200" dirty="0"/>
            <a:t>compile</a:t>
          </a:r>
        </a:p>
      </dsp:txBody>
      <dsp:txXfrm>
        <a:off x="313490" y="672529"/>
        <a:ext cx="936627" cy="624418"/>
      </dsp:txXfrm>
    </dsp:sp>
    <dsp:sp modelId="{B8EF9113-1A81-4FF1-A32B-A312F995C9C3}">
      <dsp:nvSpPr>
        <dsp:cNvPr id="0" name=""/>
        <dsp:cNvSpPr/>
      </dsp:nvSpPr>
      <dsp:spPr>
        <a:xfrm>
          <a:off x="1406221" y="672529"/>
          <a:ext cx="1561045" cy="624418"/>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kern="1200" dirty="0"/>
            <a:t>test</a:t>
          </a:r>
        </a:p>
      </dsp:txBody>
      <dsp:txXfrm>
        <a:off x="1718430" y="672529"/>
        <a:ext cx="936627" cy="624418"/>
      </dsp:txXfrm>
    </dsp:sp>
    <dsp:sp modelId="{21DC66BF-5A66-4073-8393-44664712B56B}">
      <dsp:nvSpPr>
        <dsp:cNvPr id="0" name=""/>
        <dsp:cNvSpPr/>
      </dsp:nvSpPr>
      <dsp:spPr>
        <a:xfrm>
          <a:off x="2811162" y="672529"/>
          <a:ext cx="1561045" cy="624418"/>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kern="1200" dirty="0"/>
            <a:t>package</a:t>
          </a:r>
        </a:p>
      </dsp:txBody>
      <dsp:txXfrm>
        <a:off x="3123371" y="672529"/>
        <a:ext cx="936627" cy="6244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5740B-79EB-4ACA-B3BA-1D6DC611BE03}">
      <dsp:nvSpPr>
        <dsp:cNvPr id="0" name=""/>
        <dsp:cNvSpPr/>
      </dsp:nvSpPr>
      <dsp:spPr>
        <a:xfrm>
          <a:off x="0" y="4615"/>
          <a:ext cx="1558276" cy="623310"/>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IN" sz="1200" kern="1200" dirty="0"/>
            <a:t>Build docker image</a:t>
          </a:r>
        </a:p>
      </dsp:txBody>
      <dsp:txXfrm>
        <a:off x="311655" y="4615"/>
        <a:ext cx="934966" cy="623310"/>
      </dsp:txXfrm>
    </dsp:sp>
    <dsp:sp modelId="{B8EF9113-1A81-4FF1-A32B-A312F995C9C3}">
      <dsp:nvSpPr>
        <dsp:cNvPr id="0" name=""/>
        <dsp:cNvSpPr/>
      </dsp:nvSpPr>
      <dsp:spPr>
        <a:xfrm>
          <a:off x="1405055" y="4618"/>
          <a:ext cx="1558276" cy="623310"/>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IN" sz="1200" kern="1200" dirty="0"/>
            <a:t>Publish image to docker hub</a:t>
          </a:r>
        </a:p>
      </dsp:txBody>
      <dsp:txXfrm>
        <a:off x="1716710" y="4618"/>
        <a:ext cx="934966" cy="62331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F6F4B0-EAAE-4D2E-9AE3-117FE69DEC51}" type="datetimeFigureOut">
              <a:rPr lang="en-IN" smtClean="0"/>
              <a:t>08-06-2022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E433BC-7907-4BF9-A114-CBAF11142C2C}" type="slidenum">
              <a:rPr lang="en-IN" smtClean="0"/>
              <a:t>‹#›</a:t>
            </a:fld>
            <a:endParaRPr lang="en-IN"/>
          </a:p>
        </p:txBody>
      </p:sp>
    </p:spTree>
    <p:extLst>
      <p:ext uri="{BB962C8B-B14F-4D97-AF65-F5344CB8AC3E}">
        <p14:creationId xmlns:p14="http://schemas.microsoft.com/office/powerpoint/2010/main" val="28782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Shape 866"/>
          <p:cNvSpPr>
            <a:spLocks noGrp="1" noRot="1" noChangeAspect="1"/>
          </p:cNvSpPr>
          <p:nvPr>
            <p:ph type="sldImg" idx="2"/>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67" name="Shape 867"/>
          <p:cNvSpPr txBox="1">
            <a:spLocks noGrp="1"/>
          </p:cNvSpPr>
          <p:nvPr>
            <p:ph type="body" idx="1"/>
          </p:nvPr>
        </p:nvSpPr>
        <p:spPr>
          <a:xfrm>
            <a:off x="731520" y="4560569"/>
            <a:ext cx="5852100" cy="4320600"/>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Hypervisor based VM’s were a massive improvement over the one application on one server approach. But they were not without limitations.</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First, each VM still required its own CPU, RAM, storage etc… and each VM needs to have an operating system installed. An entire operating system, which consumes a lot of resources but doesn’t provide us with much in return. We just have it there so we can run our application. And so the more VM’s you run, the more resources you need</a:t>
            </a:r>
          </a:p>
        </p:txBody>
      </p:sp>
      <p:sp>
        <p:nvSpPr>
          <p:cNvPr id="868" name="Shape 868"/>
          <p:cNvSpPr txBox="1">
            <a:spLocks noGrp="1"/>
          </p:cNvSpPr>
          <p:nvPr>
            <p:ph type="sldNum" idx="12"/>
          </p:nvPr>
        </p:nvSpPr>
        <p:spPr>
          <a:xfrm>
            <a:off x="4143587" y="9119474"/>
            <a:ext cx="3169799" cy="480000"/>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12</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Shape 876"/>
          <p:cNvSpPr>
            <a:spLocks noGrp="1" noRot="1" noChangeAspect="1"/>
          </p:cNvSpPr>
          <p:nvPr>
            <p:ph type="sldImg" idx="2"/>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77" name="Shape 877"/>
          <p:cNvSpPr txBox="1">
            <a:spLocks noGrp="1"/>
          </p:cNvSpPr>
          <p:nvPr>
            <p:ph type="body" idx="1"/>
          </p:nvPr>
        </p:nvSpPr>
        <p:spPr>
          <a:xfrm>
            <a:off x="731520" y="4560569"/>
            <a:ext cx="5852100" cy="4320600"/>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Hypervisor based VM’s were a massive improvement over the one application on one server approach. But they were not without limitations.</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First, each VM still required its own CPU, RAM, storage etc… and each VM needs to have an operating system installed. An entire operating system, which consumes a lot of resources but doesn’t provide us with much in return. We just have it there so we can run our application. And so the more VM’s you run, the more resources you need</a:t>
            </a:r>
          </a:p>
        </p:txBody>
      </p:sp>
      <p:sp>
        <p:nvSpPr>
          <p:cNvPr id="878" name="Shape 878"/>
          <p:cNvSpPr txBox="1">
            <a:spLocks noGrp="1"/>
          </p:cNvSpPr>
          <p:nvPr>
            <p:ph type="sldNum" idx="12"/>
          </p:nvPr>
        </p:nvSpPr>
        <p:spPr>
          <a:xfrm>
            <a:off x="4143587" y="9119474"/>
            <a:ext cx="3169799" cy="480000"/>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13</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Shape 886"/>
          <p:cNvSpPr>
            <a:spLocks noGrp="1" noRot="1" noChangeAspect="1"/>
          </p:cNvSpPr>
          <p:nvPr>
            <p:ph type="sldImg" idx="2"/>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87" name="Shape 887"/>
          <p:cNvSpPr txBox="1">
            <a:spLocks noGrp="1"/>
          </p:cNvSpPr>
          <p:nvPr>
            <p:ph type="body" idx="1"/>
          </p:nvPr>
        </p:nvSpPr>
        <p:spPr>
          <a:xfrm>
            <a:off x="731520" y="4560569"/>
            <a:ext cx="5852100" cy="4320600"/>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Hypervisor based VM’s were a massive improvement over the one application on one server approach. But they were not without limitations.</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First, each VM still required its own CPU, RAM, storage etc… and each VM needs to have an operating system installed. An entire operating system, which consumes a lot of resources but doesn’t provide us with much in return. We just have it there so we can run our application. And so the more VM’s you run, the more resources you need</a:t>
            </a:r>
          </a:p>
        </p:txBody>
      </p:sp>
      <p:sp>
        <p:nvSpPr>
          <p:cNvPr id="888" name="Shape 888"/>
          <p:cNvSpPr txBox="1">
            <a:spLocks noGrp="1"/>
          </p:cNvSpPr>
          <p:nvPr>
            <p:ph type="sldNum" idx="12"/>
          </p:nvPr>
        </p:nvSpPr>
        <p:spPr>
          <a:xfrm>
            <a:off x="4143587" y="9119474"/>
            <a:ext cx="3169799" cy="480000"/>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14</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Shape 8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0" name="Shape 90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Shape 9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06" name="Shape 90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Let’s start with an image. The image is the basis of a Docker container - it is the content library from which you build a container. So when you execute the command “docker run”, you use the image to create a container. </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The container, itself, is a standard unit for each application service. The application service can be any size and each container is isolated from other containers.</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Where the containers run is the Docker engine. The Engine is the software that installed in the host operating system which can be on-prem, on bare metal, in a virtual machine, in the cloud - wherever. The customer can interact with Engine in order to pull an image, build an image, run or stop a container, manage the resources. This is also where you can also define networks and volumes and how the container interacts with other containers. So the Engine can be standalone on a single host, or multiple engines can be clustered together.</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Now we mentioned pulling an image to create a container. That is because all images are stored in what we call a registry. This is a library that stores and manages all of the images. So essentially a central repository. Admins can manage access permissions and what images can be shared within a team. From here, users can push or pull images to create content and check it in, share with team members, and deploy it into a container running on an Engine.</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The Control Plane is a management tool that lets users look across their deployment of applications, containers, and clusters and orchestrate them. </a:t>
            </a:r>
          </a:p>
        </p:txBody>
      </p:sp>
      <p:sp>
        <p:nvSpPr>
          <p:cNvPr id="907" name="Shape 907"/>
          <p:cNvSpPr txBox="1">
            <a:spLocks noGrp="1"/>
          </p:cNvSpPr>
          <p:nvPr>
            <p:ph type="sldNum" idx="12"/>
          </p:nvPr>
        </p:nvSpPr>
        <p:spPr>
          <a:xfrm>
            <a:off x="3884612" y="8685213"/>
            <a:ext cx="2971799"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16</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Shape 10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45" name="Shape 1045"/>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Next, there needs to be some connective tissue between developers working on code and the IT operations team who are expected to run and manage the apps, making it look and operate more like a supply chain. That means having tools and processes in place like a secure image registry and a control plane that lets organizations monitor and manage and deploy containers in a heterogeneous environment. We call this CaaS - or Containers as a Service.</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Arial"/>
              <a:buNone/>
            </a:pPr>
            <a:r>
              <a:rPr lang="en" sz="1200" b="0" i="0" u="none" strike="noStrike" cap="none">
                <a:solidFill>
                  <a:schemeClr val="dk1"/>
                </a:solidFill>
                <a:latin typeface="Calibri"/>
                <a:ea typeface="Calibri"/>
                <a:cs typeface="Calibri"/>
                <a:sym typeface="Calibri"/>
              </a:rPr>
              <a:t>But organizations also need to ensure that this supply chain is secure from end-to-end.</a:t>
            </a:r>
          </a:p>
        </p:txBody>
      </p:sp>
      <p:sp>
        <p:nvSpPr>
          <p:cNvPr id="1046" name="Shape 1046"/>
          <p:cNvSpPr txBox="1">
            <a:spLocks noGrp="1"/>
          </p:cNvSpPr>
          <p:nvPr>
            <p:ph type="sldNum" idx="12"/>
          </p:nvPr>
        </p:nvSpPr>
        <p:spPr>
          <a:xfrm>
            <a:off x="3884612" y="8685213"/>
            <a:ext cx="2971799" cy="457200"/>
          </a:xfrm>
          <a:prstGeom prst="rect">
            <a:avLst/>
          </a:prstGeom>
          <a:noFill/>
          <a:ln>
            <a:noFill/>
          </a:ln>
        </p:spPr>
        <p:txBody>
          <a:bodyPr lIns="91425" tIns="45700" rIns="91425" bIns="45700" anchor="t" anchorCtr="0">
            <a:noAutofit/>
          </a:bodyPr>
          <a:lstStyle/>
          <a:p>
            <a:pPr marL="0" marR="0" lvl="0" indent="0" algn="r" rtl="0">
              <a:lnSpc>
                <a:spcPct val="100000"/>
              </a:lnSpc>
              <a:spcBef>
                <a:spcPts val="0"/>
              </a:spcBef>
              <a:spcAft>
                <a:spcPts val="0"/>
              </a:spcAft>
              <a:buClr>
                <a:srgbClr val="000000"/>
              </a:buClr>
              <a:buSzPct val="25000"/>
              <a:buFont typeface="Calibri"/>
              <a:buNone/>
            </a:pPr>
            <a:fld id="{00000000-1234-1234-1234-123412341234}" type="slidenum">
              <a:rPr lang="en" sz="1200" b="0" i="0" u="none" strike="noStrike" cap="none">
                <a:solidFill>
                  <a:srgbClr val="000000"/>
                </a:solidFill>
                <a:latin typeface="Calibri"/>
                <a:ea typeface="Calibri"/>
                <a:cs typeface="Calibri"/>
                <a:sym typeface="Calibri"/>
              </a:rPr>
              <a:t>17</a:t>
            </a:fld>
            <a:endParaRPr lang="en"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Shape 12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237" name="Shape 1237"/>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So let’s take another look at the Containers as a Service diagram. Starting on the left... you have developers often working from their own laptops. The are pulling and pushing images from the registry. So they can pull an existing image from the registry, maybe add some more layers on there, add their code, and then push that image back into the registry.</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The images are stored in their various repositories in the registry. </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Docker Engines are running on various physical or virtual servers in the cloud or on prem. And then when you run the images on the engine, they become containers. </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An application can be a single container or multiple containers - and the control plane will sit across that to allow the IT operations team to see and manage all of the clusters and containers running on them. </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285750" marR="0" lvl="0" indent="-285750" algn="l" rtl="0">
              <a:spcBef>
                <a:spcPts val="0"/>
              </a:spcBef>
              <a:spcAft>
                <a:spcPts val="0"/>
              </a:spcAft>
              <a:buClr>
                <a:srgbClr val="000000"/>
              </a:buClr>
              <a:buFont typeface="Arial"/>
              <a:buNone/>
            </a:pPr>
            <a:endParaRPr sz="1200" b="0" i="0" u="none" strike="noStrike" cap="none">
              <a:solidFill>
                <a:schemeClr val="dk1"/>
              </a:solidFill>
              <a:latin typeface="Calibri"/>
              <a:ea typeface="Calibri"/>
              <a:cs typeface="Calibri"/>
              <a:sym typeface="Calibri"/>
            </a:endParaRPr>
          </a:p>
          <a:p>
            <a:pPr marL="285750" marR="0" lvl="0" indent="-285750" algn="l" rtl="0">
              <a:spcBef>
                <a:spcPts val="0"/>
              </a:spcBef>
              <a:spcAft>
                <a:spcPts val="0"/>
              </a:spcAft>
              <a:buClr>
                <a:srgbClr val="000000"/>
              </a:buClr>
              <a:buSzPct val="100000"/>
              <a:buFont typeface="Arial"/>
              <a:buChar char="•"/>
            </a:pPr>
            <a:r>
              <a:rPr lang="en" sz="1100" b="0" i="0" u="none" strike="noStrike" cap="none">
                <a:solidFill>
                  <a:schemeClr val="dk1"/>
                </a:solidFill>
                <a:latin typeface="Arial"/>
                <a:ea typeface="Arial"/>
                <a:cs typeface="Arial"/>
                <a:sym typeface="Arial"/>
              </a:rPr>
              <a:t>Local development environments </a:t>
            </a:r>
          </a:p>
          <a:p>
            <a:pPr marL="285750" marR="0" lvl="0" indent="-285750" algn="l" rtl="0">
              <a:spcBef>
                <a:spcPts val="0"/>
              </a:spcBef>
              <a:spcAft>
                <a:spcPts val="0"/>
              </a:spcAft>
              <a:buClr>
                <a:srgbClr val="000000"/>
              </a:buClr>
              <a:buSzPct val="100000"/>
              <a:buFont typeface="Arial"/>
              <a:buChar char="•"/>
            </a:pPr>
            <a:r>
              <a:rPr lang="en" sz="1100" b="0" i="0" u="none" strike="noStrike" cap="none">
                <a:solidFill>
                  <a:schemeClr val="dk1"/>
                </a:solidFill>
                <a:latin typeface="Arial"/>
                <a:ea typeface="Arial"/>
                <a:cs typeface="Arial"/>
                <a:sym typeface="Arial"/>
              </a:rPr>
              <a:t>Self service app images</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Build, Test, Deploy applications</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chemeClr val="dk1"/>
                </a:solidFill>
                <a:latin typeface="Arial"/>
                <a:ea typeface="Arial"/>
                <a:cs typeface="Arial"/>
                <a:sym typeface="Arial"/>
              </a:rPr>
              <a:t>Define app behavior and infra needs</a:t>
            </a:r>
          </a:p>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Registry services for image storage,  management and distribution</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IT Ops maintains library of secure base content</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Manage role based access to repos/images</a:t>
            </a:r>
          </a:p>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Management consoles</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Provision, manage  infrastructure resources</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Monitor, manage, scale infrastructure and applications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1"/>
            <a:ext cx="8825658" cy="2392680"/>
          </a:xfrm>
        </p:spPr>
        <p:txBody>
          <a:bodyPr anchor="b"/>
          <a:lstStyle>
            <a:lvl1pPr>
              <a:defRPr sz="4400"/>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2086089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243719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3722308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85B794-2FEC-40E9-894B-D070FD77439A}" type="datetimeFigureOut">
              <a:rPr lang="en-IN" smtClean="0"/>
              <a:t>08-06-2022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3213618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85B794-2FEC-40E9-894B-D070FD77439A}" type="datetimeFigureOut">
              <a:rPr lang="en-IN" smtClean="0"/>
              <a:t>08-06-2022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2993067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2753591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3250071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1595250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85B794-2FEC-40E9-894B-D070FD77439A}" type="datetimeFigureOut">
              <a:rPr lang="en-IN" smtClean="0"/>
              <a:t>08-06-2022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1572781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85B794-2FEC-40E9-894B-D070FD77439A}" type="datetimeFigureOut">
              <a:rPr lang="en-IN" smtClean="0"/>
              <a:t>08-06-2022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756488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1801893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750679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3989594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1044772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1308556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1465887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85B794-2FEC-40E9-894B-D070FD77439A}"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2535D-A45D-4271-A87C-6A9791EDFAFF}" type="slidenum">
              <a:rPr lang="en-IN" smtClean="0"/>
              <a:t>‹#›</a:t>
            </a:fld>
            <a:endParaRPr lang="en-IN"/>
          </a:p>
        </p:txBody>
      </p:sp>
    </p:spTree>
    <p:extLst>
      <p:ext uri="{BB962C8B-B14F-4D97-AF65-F5344CB8AC3E}">
        <p14:creationId xmlns:p14="http://schemas.microsoft.com/office/powerpoint/2010/main" val="37792926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only">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323850" y="277309"/>
            <a:ext cx="11525199" cy="817600"/>
          </a:xfrm>
          <a:prstGeom prst="rect">
            <a:avLst/>
          </a:prstGeom>
          <a:noFill/>
          <a:ln>
            <a:noFill/>
          </a:ln>
        </p:spPr>
        <p:txBody>
          <a:bodyPr lIns="91425" tIns="91425" rIns="91425" bIns="91425" anchor="ctr" anchorCtr="0"/>
          <a:lstStyle>
            <a:lvl1pPr marL="0" marR="0" lvl="0" indent="0" algn="l" rtl="0">
              <a:lnSpc>
                <a:spcPct val="90000"/>
              </a:lnSpc>
              <a:spcBef>
                <a:spcPts val="0"/>
              </a:spcBef>
              <a:spcAft>
                <a:spcPts val="0"/>
              </a:spcAft>
              <a:buClr>
                <a:schemeClr val="dk2"/>
              </a:buClr>
              <a:buFont typeface="Arial"/>
              <a:buNone/>
              <a:defRPr sz="4267" b="0" i="0" u="none" strike="noStrike" cap="none">
                <a:solidFill>
                  <a:schemeClr val="dk2"/>
                </a:solidFill>
                <a:latin typeface="Arial"/>
                <a:ea typeface="Arial"/>
                <a:cs typeface="Arial"/>
                <a:sym typeface="Arial"/>
              </a:defRPr>
            </a:lvl1pPr>
            <a:lvl2pPr lvl="1" indent="0" rtl="0">
              <a:spcBef>
                <a:spcPts val="0"/>
              </a:spcBef>
              <a:buFont typeface="Arial"/>
              <a:buNone/>
              <a:defRPr sz="2400"/>
            </a:lvl2pPr>
            <a:lvl3pPr lvl="2" indent="0" rtl="0">
              <a:spcBef>
                <a:spcPts val="0"/>
              </a:spcBef>
              <a:buFont typeface="Arial"/>
              <a:buNone/>
              <a:defRPr sz="2400"/>
            </a:lvl3pPr>
            <a:lvl4pPr lvl="3" indent="0" rtl="0">
              <a:spcBef>
                <a:spcPts val="0"/>
              </a:spcBef>
              <a:buFont typeface="Arial"/>
              <a:buNone/>
              <a:defRPr sz="2400"/>
            </a:lvl4pPr>
            <a:lvl5pPr lvl="4" indent="0" rtl="0">
              <a:spcBef>
                <a:spcPts val="0"/>
              </a:spcBef>
              <a:buFont typeface="Arial"/>
              <a:buNone/>
              <a:defRPr sz="2400"/>
            </a:lvl5pPr>
            <a:lvl6pPr lvl="5" indent="0" rtl="0">
              <a:spcBef>
                <a:spcPts val="0"/>
              </a:spcBef>
              <a:buFont typeface="Arial"/>
              <a:buNone/>
              <a:defRPr sz="2400"/>
            </a:lvl6pPr>
            <a:lvl7pPr lvl="6" indent="0" rtl="0">
              <a:spcBef>
                <a:spcPts val="0"/>
              </a:spcBef>
              <a:buFont typeface="Arial"/>
              <a:buNone/>
              <a:defRPr sz="2400"/>
            </a:lvl7pPr>
            <a:lvl8pPr lvl="7" indent="0" rtl="0">
              <a:spcBef>
                <a:spcPts val="0"/>
              </a:spcBef>
              <a:buFont typeface="Arial"/>
              <a:buNone/>
              <a:defRPr sz="2400"/>
            </a:lvl8pPr>
            <a:lvl9pPr lvl="8" indent="0" rtl="0">
              <a:spcBef>
                <a:spcPts val="0"/>
              </a:spcBef>
              <a:buFont typeface="Arial"/>
              <a:buNone/>
              <a:defRPr sz="2400"/>
            </a:lvl9pPr>
          </a:lstStyle>
          <a:p>
            <a:endParaRPr/>
          </a:p>
        </p:txBody>
      </p:sp>
      <p:sp>
        <p:nvSpPr>
          <p:cNvPr id="60" name="Shape 60"/>
          <p:cNvSpPr txBox="1">
            <a:spLocks noGrp="1"/>
          </p:cNvSpPr>
          <p:nvPr>
            <p:ph type="sldNum" idx="12"/>
          </p:nvPr>
        </p:nvSpPr>
        <p:spPr>
          <a:xfrm>
            <a:off x="323850" y="6359023"/>
            <a:ext cx="2844797" cy="365599"/>
          </a:xfrm>
          <a:prstGeom prst="rect">
            <a:avLst/>
          </a:prstGeom>
          <a:noFill/>
          <a:ln>
            <a:noFill/>
          </a:ln>
        </p:spPr>
        <p:txBody>
          <a:bodyPr lIns="91425" tIns="45700" rIns="91425" bIns="45700" anchor="ctr" anchorCtr="0">
            <a:noAutofit/>
          </a:bodyPr>
          <a:lstStyle/>
          <a:p>
            <a:pPr algn="l">
              <a:buClr>
                <a:srgbClr val="797979"/>
              </a:buClr>
              <a:buSzPct val="25000"/>
            </a:pPr>
            <a:fld id="{00000000-1234-1234-1234-123412341234}" type="slidenum">
              <a:rPr lang="en" sz="1200" smtClean="0">
                <a:solidFill>
                  <a:srgbClr val="797979"/>
                </a:solidFill>
                <a:latin typeface="Arial"/>
                <a:ea typeface="Arial"/>
                <a:cs typeface="Arial"/>
                <a:sym typeface="Arial"/>
              </a:rPr>
              <a:pPr algn="l">
                <a:buClr>
                  <a:srgbClr val="797979"/>
                </a:buClr>
                <a:buSzPct val="25000"/>
              </a:pPr>
              <a:t>‹#›</a:t>
            </a:fld>
            <a:endParaRPr lang="en" sz="1200">
              <a:solidFill>
                <a:srgbClr val="797979"/>
              </a:solidFill>
              <a:latin typeface="Arial"/>
              <a:ea typeface="Arial"/>
              <a:cs typeface="Arial"/>
              <a:sym typeface="Arial"/>
            </a:endParaRPr>
          </a:p>
        </p:txBody>
      </p:sp>
    </p:spTree>
    <p:extLst>
      <p:ext uri="{BB962C8B-B14F-4D97-AF65-F5344CB8AC3E}">
        <p14:creationId xmlns:p14="http://schemas.microsoft.com/office/powerpoint/2010/main" val="32422384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Title &amp; Content - No Subtitle">
    <p:spTree>
      <p:nvGrpSpPr>
        <p:cNvPr id="1" name="Shape 92"/>
        <p:cNvGrpSpPr/>
        <p:nvPr/>
      </p:nvGrpSpPr>
      <p:grpSpPr>
        <a:xfrm>
          <a:off x="0" y="0"/>
          <a:ext cx="0" cy="0"/>
          <a:chOff x="0" y="0"/>
          <a:chExt cx="0" cy="0"/>
        </a:xfrm>
      </p:grpSpPr>
      <p:sp>
        <p:nvSpPr>
          <p:cNvPr id="93" name="Shape 93"/>
          <p:cNvSpPr txBox="1">
            <a:spLocks noGrp="1"/>
          </p:cNvSpPr>
          <p:nvPr>
            <p:ph type="body" idx="1"/>
          </p:nvPr>
        </p:nvSpPr>
        <p:spPr>
          <a:xfrm>
            <a:off x="375611" y="195141"/>
            <a:ext cx="9137157" cy="1012243"/>
          </a:xfrm>
          <a:prstGeom prst="rect">
            <a:avLst/>
          </a:prstGeom>
          <a:noFill/>
          <a:ln>
            <a:noFill/>
          </a:ln>
        </p:spPr>
        <p:txBody>
          <a:bodyPr lIns="91425" tIns="91425" rIns="91425" bIns="91425" anchor="ctr" anchorCtr="0"/>
          <a:lstStyle>
            <a:lvl1pPr marL="0" marR="0" lvl="0" indent="0" algn="l" rtl="0">
              <a:lnSpc>
                <a:spcPct val="136842"/>
              </a:lnSpc>
              <a:spcBef>
                <a:spcPts val="1333"/>
              </a:spcBef>
              <a:spcAft>
                <a:spcPts val="0"/>
              </a:spcAft>
              <a:buClr>
                <a:srgbClr val="189AD1"/>
              </a:buClr>
              <a:buFont typeface="Arial"/>
              <a:buNone/>
              <a:defRPr sz="5067" b="1" i="0" u="none" strike="noStrike" cap="none">
                <a:solidFill>
                  <a:srgbClr val="189AD1"/>
                </a:solidFill>
                <a:latin typeface="Comfortaa"/>
                <a:ea typeface="Comfortaa"/>
                <a:cs typeface="Comfortaa"/>
                <a:sym typeface="Comfortaa"/>
              </a:defRPr>
            </a:lvl1pPr>
            <a:lvl2pPr marL="609585" marR="0" lvl="1" indent="0" algn="l" rtl="0">
              <a:lnSpc>
                <a:spcPct val="90000"/>
              </a:lnSpc>
              <a:spcBef>
                <a:spcPts val="667"/>
              </a:spcBef>
              <a:spcAft>
                <a:spcPts val="0"/>
              </a:spcAft>
              <a:buClr>
                <a:schemeClr val="dk1"/>
              </a:buClr>
              <a:buFont typeface="Arial"/>
              <a:buNone/>
              <a:defRPr sz="3200" b="0" i="0" u="none" strike="noStrike" cap="none">
                <a:solidFill>
                  <a:schemeClr val="dk1"/>
                </a:solidFill>
                <a:latin typeface="Calibri"/>
                <a:ea typeface="Calibri"/>
                <a:cs typeface="Calibri"/>
                <a:sym typeface="Calibri"/>
              </a:defRPr>
            </a:lvl2pPr>
            <a:lvl3pPr marL="1523962" marR="0" lvl="2" indent="33866" algn="l" rtl="0">
              <a:lnSpc>
                <a:spcPct val="90000"/>
              </a:lnSpc>
              <a:spcBef>
                <a:spcPts val="667"/>
              </a:spcBef>
              <a:spcAft>
                <a:spcPts val="0"/>
              </a:spcAft>
              <a:buClr>
                <a:schemeClr val="dk1"/>
              </a:buClr>
              <a:buSzPct val="100000"/>
              <a:buFont typeface="Arial"/>
              <a:buChar char="•"/>
              <a:defRPr sz="2667" b="0" i="0" u="none" strike="noStrike" cap="none">
                <a:solidFill>
                  <a:schemeClr val="dk1"/>
                </a:solidFill>
                <a:latin typeface="Calibri"/>
                <a:ea typeface="Calibri"/>
                <a:cs typeface="Calibri"/>
                <a:sym typeface="Calibri"/>
              </a:defRPr>
            </a:lvl3pPr>
            <a:lvl4pPr marL="2133547" marR="0" lvl="3" indent="0" algn="l" rtl="0">
              <a:lnSpc>
                <a:spcPct val="90000"/>
              </a:lnSpc>
              <a:spcBef>
                <a:spcPts val="667"/>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4pPr>
            <a:lvl5pPr marL="2743131" marR="0" lvl="4" indent="0" algn="l" rtl="0">
              <a:lnSpc>
                <a:spcPct val="90000"/>
              </a:lnSpc>
              <a:spcBef>
                <a:spcPts val="667"/>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5pPr>
            <a:lvl6pPr marL="3352716" marR="0" lvl="5" indent="0" algn="l" rtl="0">
              <a:lnSpc>
                <a:spcPct val="90000"/>
              </a:lnSpc>
              <a:spcBef>
                <a:spcPts val="667"/>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6pPr>
            <a:lvl7pPr marL="3962301" marR="0" lvl="6" indent="0" algn="l" rtl="0">
              <a:lnSpc>
                <a:spcPct val="90000"/>
              </a:lnSpc>
              <a:spcBef>
                <a:spcPts val="667"/>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7pPr>
            <a:lvl8pPr marL="4571886" marR="0" lvl="7" indent="0" algn="l" rtl="0">
              <a:lnSpc>
                <a:spcPct val="90000"/>
              </a:lnSpc>
              <a:spcBef>
                <a:spcPts val="667"/>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8pPr>
            <a:lvl9pPr marL="5181470" marR="0" lvl="8" indent="0" algn="l" rtl="0">
              <a:lnSpc>
                <a:spcPct val="90000"/>
              </a:lnSpc>
              <a:spcBef>
                <a:spcPts val="667"/>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994139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911351"/>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645130" y="1676400"/>
            <a:ext cx="9404723" cy="4571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885B794-2FEC-40E9-894B-D070FD77439A}" type="datetimeFigureOut">
              <a:rPr lang="en-IN" smtClean="0"/>
              <a:t>08-06-2022</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9B2535D-A45D-4271-A87C-6A9791EDFAFF}" type="slidenum">
              <a:rPr lang="en-IN" smtClean="0"/>
              <a:t>‹#›</a:t>
            </a:fld>
            <a:endParaRPr lang="en-IN"/>
          </a:p>
        </p:txBody>
      </p:sp>
    </p:spTree>
    <p:extLst>
      <p:ext uri="{BB962C8B-B14F-4D97-AF65-F5344CB8AC3E}">
        <p14:creationId xmlns:p14="http://schemas.microsoft.com/office/powerpoint/2010/main" val="236326645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Lst>
  <p:txStyles>
    <p:titleStyle>
      <a:lvl1pPr algn="l" defTabSz="457200" rtl="0" eaLnBrk="1" latinLnBrk="0" hangingPunct="1">
        <a:spcBef>
          <a:spcPct val="0"/>
        </a:spcBef>
        <a:buNone/>
        <a:defRPr sz="3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jpe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image" Target="../media/image29.png"/><Relationship Id="rId18" Type="http://schemas.openxmlformats.org/officeDocument/2006/relationships/image" Target="../media/image23.png"/><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image" Target="../media/image28.png"/><Relationship Id="rId17" Type="http://schemas.openxmlformats.org/officeDocument/2006/relationships/image" Target="../media/image22.png"/><Relationship Id="rId2" Type="http://schemas.openxmlformats.org/officeDocument/2006/relationships/diagramData" Target="../diagrams/data4.xml"/><Relationship Id="rId16" Type="http://schemas.openxmlformats.org/officeDocument/2006/relationships/image" Target="../media/image21.png"/><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5" Type="http://schemas.openxmlformats.org/officeDocument/2006/relationships/image" Target="../media/image31.jpeg"/><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 Id="rId1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79165-F0D0-4DD7-9777-7AC6E8CA1887}"/>
              </a:ext>
            </a:extLst>
          </p:cNvPr>
          <p:cNvSpPr>
            <a:spLocks noGrp="1"/>
          </p:cNvSpPr>
          <p:nvPr>
            <p:ph type="ctrTitle"/>
          </p:nvPr>
        </p:nvSpPr>
        <p:spPr>
          <a:xfrm>
            <a:off x="1830204" y="1997612"/>
            <a:ext cx="8825658" cy="1766895"/>
          </a:xfrm>
        </p:spPr>
        <p:txBody>
          <a:bodyPr/>
          <a:lstStyle/>
          <a:p>
            <a:r>
              <a:rPr lang="en-IN" dirty="0"/>
              <a:t>CI CD with Docker</a:t>
            </a:r>
          </a:p>
        </p:txBody>
      </p:sp>
    </p:spTree>
    <p:extLst>
      <p:ext uri="{BB962C8B-B14F-4D97-AF65-F5344CB8AC3E}">
        <p14:creationId xmlns:p14="http://schemas.microsoft.com/office/powerpoint/2010/main" val="1932689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9F01-6730-4E2A-B148-8FFB7CBD7BA8}"/>
              </a:ext>
            </a:extLst>
          </p:cNvPr>
          <p:cNvSpPr>
            <a:spLocks noGrp="1"/>
          </p:cNvSpPr>
          <p:nvPr>
            <p:ph type="title"/>
          </p:nvPr>
        </p:nvSpPr>
        <p:spPr/>
        <p:txBody>
          <a:bodyPr/>
          <a:lstStyle/>
          <a:p>
            <a:r>
              <a:rPr lang="en-IN" dirty="0"/>
              <a:t>Agenda</a:t>
            </a:r>
          </a:p>
        </p:txBody>
      </p:sp>
      <p:sp>
        <p:nvSpPr>
          <p:cNvPr id="3" name="Content Placeholder 2">
            <a:extLst>
              <a:ext uri="{FF2B5EF4-FFF2-40B4-BE49-F238E27FC236}">
                <a16:creationId xmlns:a16="http://schemas.microsoft.com/office/drawing/2014/main" id="{461AA7F0-F1D3-45BC-9C9E-F0010E65DBD3}"/>
              </a:ext>
            </a:extLst>
          </p:cNvPr>
          <p:cNvSpPr>
            <a:spLocks noGrp="1"/>
          </p:cNvSpPr>
          <p:nvPr>
            <p:ph idx="1"/>
          </p:nvPr>
        </p:nvSpPr>
        <p:spPr/>
        <p:txBody>
          <a:bodyPr>
            <a:normAutofit/>
          </a:bodyPr>
          <a:lstStyle/>
          <a:p>
            <a:r>
              <a:rPr lang="en-IN" sz="3200" dirty="0"/>
              <a:t>What is Continuous Integration</a:t>
            </a:r>
          </a:p>
          <a:p>
            <a:r>
              <a:rPr lang="en-IN" sz="3200" dirty="0"/>
              <a:t>What is Continuous Delivery/Deployment</a:t>
            </a:r>
          </a:p>
          <a:p>
            <a:r>
              <a:rPr lang="en-IN" sz="3200" dirty="0"/>
              <a:t>Tools</a:t>
            </a:r>
          </a:p>
          <a:p>
            <a:r>
              <a:rPr lang="en-IN" sz="3200" dirty="0"/>
              <a:t>Jenkins</a:t>
            </a:r>
          </a:p>
          <a:p>
            <a:r>
              <a:rPr lang="en-IN" sz="3200" dirty="0"/>
              <a:t>Docker</a:t>
            </a:r>
          </a:p>
          <a:p>
            <a:r>
              <a:rPr lang="en-IN" sz="3200" dirty="0"/>
              <a:t>Hands on Demo</a:t>
            </a:r>
          </a:p>
        </p:txBody>
      </p:sp>
    </p:spTree>
    <p:extLst>
      <p:ext uri="{BB962C8B-B14F-4D97-AF65-F5344CB8AC3E}">
        <p14:creationId xmlns:p14="http://schemas.microsoft.com/office/powerpoint/2010/main" val="1039568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9B18E-0F19-4D37-B54B-A09CDEF823FB}"/>
              </a:ext>
            </a:extLst>
          </p:cNvPr>
          <p:cNvSpPr>
            <a:spLocks noGrp="1"/>
          </p:cNvSpPr>
          <p:nvPr>
            <p:ph type="title"/>
          </p:nvPr>
        </p:nvSpPr>
        <p:spPr/>
        <p:txBody>
          <a:bodyPr/>
          <a:lstStyle/>
          <a:p>
            <a:r>
              <a:rPr lang="en-IN" dirty="0"/>
              <a:t>What is Continuous Integration</a:t>
            </a:r>
          </a:p>
        </p:txBody>
      </p:sp>
      <p:sp>
        <p:nvSpPr>
          <p:cNvPr id="3" name="Content Placeholder 2">
            <a:extLst>
              <a:ext uri="{FF2B5EF4-FFF2-40B4-BE49-F238E27FC236}">
                <a16:creationId xmlns:a16="http://schemas.microsoft.com/office/drawing/2014/main" id="{C9F6DE89-3B89-465E-8DA5-3961B532932E}"/>
              </a:ext>
            </a:extLst>
          </p:cNvPr>
          <p:cNvSpPr>
            <a:spLocks noGrp="1"/>
          </p:cNvSpPr>
          <p:nvPr>
            <p:ph idx="1"/>
          </p:nvPr>
        </p:nvSpPr>
        <p:spPr>
          <a:xfrm>
            <a:off x="645130" y="1532206"/>
            <a:ext cx="9404723" cy="4404360"/>
          </a:xfrm>
        </p:spPr>
        <p:txBody>
          <a:bodyPr/>
          <a:lstStyle/>
          <a:p>
            <a:r>
              <a:rPr lang="en-US" b="1" dirty="0"/>
              <a:t>Continuous Integration</a:t>
            </a:r>
            <a:r>
              <a:rPr lang="en-US" dirty="0"/>
              <a:t> (CI) is a development practice where developers </a:t>
            </a:r>
            <a:r>
              <a:rPr lang="en-US" b="1" dirty="0"/>
              <a:t>integrate</a:t>
            </a:r>
            <a:r>
              <a:rPr lang="en-US" dirty="0"/>
              <a:t> code into a shared repository frequently, preferably several times a day.</a:t>
            </a:r>
          </a:p>
          <a:p>
            <a:r>
              <a:rPr lang="en-US" dirty="0"/>
              <a:t> Each </a:t>
            </a:r>
            <a:r>
              <a:rPr lang="en-US" b="1" dirty="0"/>
              <a:t>integration</a:t>
            </a:r>
            <a:r>
              <a:rPr lang="en-US" dirty="0"/>
              <a:t> can then be verified by an automated build and automated tests.</a:t>
            </a:r>
          </a:p>
          <a:p>
            <a:r>
              <a:rPr lang="en-US" dirty="0"/>
              <a:t>By integrating regularly, you can detect errors quickly, and locate them more easily.</a:t>
            </a:r>
            <a:endParaRPr lang="en-IN" dirty="0"/>
          </a:p>
        </p:txBody>
      </p:sp>
    </p:spTree>
    <p:extLst>
      <p:ext uri="{BB962C8B-B14F-4D97-AF65-F5344CB8AC3E}">
        <p14:creationId xmlns:p14="http://schemas.microsoft.com/office/powerpoint/2010/main" val="719176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9B18E-0F19-4D37-B54B-A09CDEF823FB}"/>
              </a:ext>
            </a:extLst>
          </p:cNvPr>
          <p:cNvSpPr>
            <a:spLocks noGrp="1"/>
          </p:cNvSpPr>
          <p:nvPr>
            <p:ph type="title"/>
          </p:nvPr>
        </p:nvSpPr>
        <p:spPr/>
        <p:txBody>
          <a:bodyPr/>
          <a:lstStyle/>
          <a:p>
            <a:r>
              <a:rPr lang="en-IN" dirty="0"/>
              <a:t>What is Continuous Integration</a:t>
            </a:r>
          </a:p>
        </p:txBody>
      </p:sp>
      <p:grpSp>
        <p:nvGrpSpPr>
          <p:cNvPr id="44" name="Group 43">
            <a:extLst>
              <a:ext uri="{FF2B5EF4-FFF2-40B4-BE49-F238E27FC236}">
                <a16:creationId xmlns:a16="http://schemas.microsoft.com/office/drawing/2014/main" id="{01EA3895-8CB8-46E3-A348-E30B40E3817B}"/>
              </a:ext>
            </a:extLst>
          </p:cNvPr>
          <p:cNvGrpSpPr/>
          <p:nvPr/>
        </p:nvGrpSpPr>
        <p:grpSpPr>
          <a:xfrm>
            <a:off x="1899138" y="1844704"/>
            <a:ext cx="8725096" cy="3408107"/>
            <a:chOff x="900332" y="1816569"/>
            <a:chExt cx="8725096" cy="3408107"/>
          </a:xfrm>
        </p:grpSpPr>
        <p:sp>
          <p:nvSpPr>
            <p:cNvPr id="6" name="Flowchart: Connector 5">
              <a:extLst>
                <a:ext uri="{FF2B5EF4-FFF2-40B4-BE49-F238E27FC236}">
                  <a16:creationId xmlns:a16="http://schemas.microsoft.com/office/drawing/2014/main" id="{3694576A-F8CC-4A97-B483-3FA781406838}"/>
                </a:ext>
              </a:extLst>
            </p:cNvPr>
            <p:cNvSpPr/>
            <p:nvPr/>
          </p:nvSpPr>
          <p:spPr>
            <a:xfrm>
              <a:off x="1045696" y="1816569"/>
              <a:ext cx="339969" cy="33866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lowchart: Delay 6">
              <a:extLst>
                <a:ext uri="{FF2B5EF4-FFF2-40B4-BE49-F238E27FC236}">
                  <a16:creationId xmlns:a16="http://schemas.microsoft.com/office/drawing/2014/main" id="{65350A11-0820-4815-A2DB-56056C7519C3}"/>
                </a:ext>
              </a:extLst>
            </p:cNvPr>
            <p:cNvSpPr/>
            <p:nvPr/>
          </p:nvSpPr>
          <p:spPr>
            <a:xfrm rot="16200000">
              <a:off x="1013133" y="2115180"/>
              <a:ext cx="440266" cy="562708"/>
            </a:xfrm>
            <a:prstGeom prst="flowChartDelay">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Flowchart: Connector 15">
              <a:extLst>
                <a:ext uri="{FF2B5EF4-FFF2-40B4-BE49-F238E27FC236}">
                  <a16:creationId xmlns:a16="http://schemas.microsoft.com/office/drawing/2014/main" id="{22A4E425-9709-49FD-A151-B06D737F25AB}"/>
                </a:ext>
              </a:extLst>
            </p:cNvPr>
            <p:cNvSpPr/>
            <p:nvPr/>
          </p:nvSpPr>
          <p:spPr>
            <a:xfrm>
              <a:off x="994116" y="3140682"/>
              <a:ext cx="339969" cy="338667"/>
            </a:xfrm>
            <a:prstGeom prst="flowChartConnecto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lowchart: Delay 16">
              <a:extLst>
                <a:ext uri="{FF2B5EF4-FFF2-40B4-BE49-F238E27FC236}">
                  <a16:creationId xmlns:a16="http://schemas.microsoft.com/office/drawing/2014/main" id="{982060AD-9670-4412-841E-2DE0AF2515E9}"/>
                </a:ext>
              </a:extLst>
            </p:cNvPr>
            <p:cNvSpPr/>
            <p:nvPr/>
          </p:nvSpPr>
          <p:spPr>
            <a:xfrm rot="16200000">
              <a:off x="961553" y="3439293"/>
              <a:ext cx="440266" cy="562708"/>
            </a:xfrm>
            <a:prstGeom prst="flowChartDela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Flowchart: Connector 18">
              <a:extLst>
                <a:ext uri="{FF2B5EF4-FFF2-40B4-BE49-F238E27FC236}">
                  <a16:creationId xmlns:a16="http://schemas.microsoft.com/office/drawing/2014/main" id="{431B2FC1-F752-46E9-BB50-61B5D8B80CEB}"/>
                </a:ext>
              </a:extLst>
            </p:cNvPr>
            <p:cNvSpPr/>
            <p:nvPr/>
          </p:nvSpPr>
          <p:spPr>
            <a:xfrm>
              <a:off x="994116" y="4424578"/>
              <a:ext cx="339969" cy="338667"/>
            </a:xfrm>
            <a:prstGeom prst="flowChartConnector">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Delay 19">
              <a:extLst>
                <a:ext uri="{FF2B5EF4-FFF2-40B4-BE49-F238E27FC236}">
                  <a16:creationId xmlns:a16="http://schemas.microsoft.com/office/drawing/2014/main" id="{E849A4AE-3C5D-4396-ACF9-98D86BC0C125}"/>
                </a:ext>
              </a:extLst>
            </p:cNvPr>
            <p:cNvSpPr/>
            <p:nvPr/>
          </p:nvSpPr>
          <p:spPr>
            <a:xfrm rot="16200000">
              <a:off x="961553" y="4723189"/>
              <a:ext cx="440266" cy="562708"/>
            </a:xfrm>
            <a:prstGeom prst="flowChartDelay">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Flowchart: Magnetic Disk 20">
              <a:extLst>
                <a:ext uri="{FF2B5EF4-FFF2-40B4-BE49-F238E27FC236}">
                  <a16:creationId xmlns:a16="http://schemas.microsoft.com/office/drawing/2014/main" id="{09CBC96F-5859-4C3A-B5C9-2BCF14A48F5C}"/>
                </a:ext>
              </a:extLst>
            </p:cNvPr>
            <p:cNvSpPr/>
            <p:nvPr/>
          </p:nvSpPr>
          <p:spPr>
            <a:xfrm>
              <a:off x="3419232" y="2647958"/>
              <a:ext cx="1069144" cy="1324114"/>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2" name="Diagram 21">
              <a:extLst>
                <a:ext uri="{FF2B5EF4-FFF2-40B4-BE49-F238E27FC236}">
                  <a16:creationId xmlns:a16="http://schemas.microsoft.com/office/drawing/2014/main" id="{0777CC99-A84D-4246-B06E-DCD267DD070A}"/>
                </a:ext>
              </a:extLst>
            </p:cNvPr>
            <p:cNvGraphicFramePr/>
            <p:nvPr>
              <p:extLst>
                <p:ext uri="{D42A27DB-BD31-4B8C-83A1-F6EECF244321}">
                  <p14:modId xmlns:p14="http://schemas.microsoft.com/office/powerpoint/2010/main" val="393225159"/>
                </p:ext>
              </p:extLst>
            </p:nvPr>
          </p:nvGraphicFramePr>
          <p:xfrm>
            <a:off x="5781822" y="2581155"/>
            <a:ext cx="3843606" cy="13539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8" name="Straight Arrow Connector 27">
              <a:extLst>
                <a:ext uri="{FF2B5EF4-FFF2-40B4-BE49-F238E27FC236}">
                  <a16:creationId xmlns:a16="http://schemas.microsoft.com/office/drawing/2014/main" id="{36B75914-9E63-4136-874C-E93A8FAC0054}"/>
                </a:ext>
              </a:extLst>
            </p:cNvPr>
            <p:cNvCxnSpPr>
              <a:cxnSpLocks/>
            </p:cNvCxnSpPr>
            <p:nvPr/>
          </p:nvCxnSpPr>
          <p:spPr>
            <a:xfrm>
              <a:off x="7703625" y="3935078"/>
              <a:ext cx="0" cy="121204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AB7F65C-5CE5-4F23-ADC2-572873B4E068}"/>
                </a:ext>
              </a:extLst>
            </p:cNvPr>
            <p:cNvCxnSpPr>
              <a:cxnSpLocks/>
            </p:cNvCxnSpPr>
            <p:nvPr/>
          </p:nvCxnSpPr>
          <p:spPr>
            <a:xfrm flipH="1" flipV="1">
              <a:off x="1514621" y="5106572"/>
              <a:ext cx="6189004" cy="81104"/>
            </a:xfrm>
            <a:prstGeom prst="straightConnector1">
              <a:avLst/>
            </a:prstGeom>
            <a:ln>
              <a:solidFill>
                <a:srgbClr val="FFFF00"/>
              </a:solidFill>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9768E63E-AE84-4E1C-A112-B8B530C3B0E9}"/>
                </a:ext>
              </a:extLst>
            </p:cNvPr>
            <p:cNvCxnSpPr>
              <a:stCxn id="7" idx="2"/>
              <a:endCxn id="21" idx="2"/>
            </p:cNvCxnSpPr>
            <p:nvPr/>
          </p:nvCxnSpPr>
          <p:spPr>
            <a:xfrm>
              <a:off x="1514620" y="2396534"/>
              <a:ext cx="1904612" cy="913481"/>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2F30C10-23D0-4481-95CE-AD7F63FDB7A0}"/>
                </a:ext>
              </a:extLst>
            </p:cNvPr>
            <p:cNvCxnSpPr>
              <a:stCxn id="17" idx="2"/>
              <a:endCxn id="21" idx="2"/>
            </p:cNvCxnSpPr>
            <p:nvPr/>
          </p:nvCxnSpPr>
          <p:spPr>
            <a:xfrm flipV="1">
              <a:off x="1463040" y="3310015"/>
              <a:ext cx="1956192" cy="41063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E55A03CA-96C1-4A19-BD9C-6F55219E6A4D}"/>
                </a:ext>
              </a:extLst>
            </p:cNvPr>
            <p:cNvCxnSpPr>
              <a:stCxn id="20" idx="2"/>
            </p:cNvCxnSpPr>
            <p:nvPr/>
          </p:nvCxnSpPr>
          <p:spPr>
            <a:xfrm flipV="1">
              <a:off x="1463040" y="3460296"/>
              <a:ext cx="1956192" cy="1544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D3DB8AE-6BF4-4459-823B-C37955FE6415}"/>
                </a:ext>
              </a:extLst>
            </p:cNvPr>
            <p:cNvCxnSpPr>
              <a:stCxn id="21" idx="4"/>
            </p:cNvCxnSpPr>
            <p:nvPr/>
          </p:nvCxnSpPr>
          <p:spPr>
            <a:xfrm>
              <a:off x="4488376" y="3310015"/>
              <a:ext cx="1476326" cy="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2A1B56A-AD33-47FA-9174-C75C60C2A325}"/>
                </a:ext>
              </a:extLst>
            </p:cNvPr>
            <p:cNvSpPr txBox="1"/>
            <p:nvPr/>
          </p:nvSpPr>
          <p:spPr>
            <a:xfrm>
              <a:off x="4670869" y="2888784"/>
              <a:ext cx="928459" cy="369332"/>
            </a:xfrm>
            <a:prstGeom prst="rect">
              <a:avLst/>
            </a:prstGeom>
            <a:noFill/>
          </p:spPr>
          <p:txBody>
            <a:bodyPr wrap="none" rtlCol="0">
              <a:spAutoFit/>
            </a:bodyPr>
            <a:lstStyle/>
            <a:p>
              <a:r>
                <a:rPr lang="en-IN" dirty="0"/>
                <a:t>Trigger</a:t>
              </a:r>
            </a:p>
          </p:txBody>
        </p:sp>
        <p:pic>
          <p:nvPicPr>
            <p:cNvPr id="1026" name="Picture 2" descr="Image result for git">
              <a:extLst>
                <a:ext uri="{FF2B5EF4-FFF2-40B4-BE49-F238E27FC236}">
                  <a16:creationId xmlns:a16="http://schemas.microsoft.com/office/drawing/2014/main" id="{AAAAD8F2-C35D-494F-B770-F8C2E72D7C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5278" y="3258116"/>
              <a:ext cx="837051" cy="349861"/>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84116B47-30A5-431A-8133-29A80237E7B1}"/>
                </a:ext>
              </a:extLst>
            </p:cNvPr>
            <p:cNvSpPr txBox="1"/>
            <p:nvPr/>
          </p:nvSpPr>
          <p:spPr>
            <a:xfrm>
              <a:off x="4722439" y="4731537"/>
              <a:ext cx="2855269" cy="369332"/>
            </a:xfrm>
            <a:prstGeom prst="rect">
              <a:avLst/>
            </a:prstGeom>
            <a:noFill/>
          </p:spPr>
          <p:txBody>
            <a:bodyPr wrap="none" rtlCol="0">
              <a:spAutoFit/>
            </a:bodyPr>
            <a:lstStyle/>
            <a:p>
              <a:r>
                <a:rPr lang="en-IN" dirty="0"/>
                <a:t>Feedback to developer</a:t>
              </a:r>
            </a:p>
          </p:txBody>
        </p:sp>
      </p:grpSp>
      <p:sp>
        <p:nvSpPr>
          <p:cNvPr id="45" name="Rectangle 44">
            <a:extLst>
              <a:ext uri="{FF2B5EF4-FFF2-40B4-BE49-F238E27FC236}">
                <a16:creationId xmlns:a16="http://schemas.microsoft.com/office/drawing/2014/main" id="{31CE3514-9F2B-4B0E-A085-E707191DD55B}"/>
              </a:ext>
            </a:extLst>
          </p:cNvPr>
          <p:cNvSpPr/>
          <p:nvPr/>
        </p:nvSpPr>
        <p:spPr>
          <a:xfrm>
            <a:off x="1237957" y="1364069"/>
            <a:ext cx="8074855" cy="4378852"/>
          </a:xfrm>
          <a:prstGeom prst="rect">
            <a:avLst/>
          </a:prstGeom>
          <a:noFill/>
          <a:ln w="38100">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37809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DE2D8-8755-4F4B-9A9E-B196BA59244A}"/>
              </a:ext>
            </a:extLst>
          </p:cNvPr>
          <p:cNvSpPr>
            <a:spLocks noGrp="1"/>
          </p:cNvSpPr>
          <p:nvPr>
            <p:ph type="title"/>
          </p:nvPr>
        </p:nvSpPr>
        <p:spPr/>
        <p:txBody>
          <a:bodyPr/>
          <a:lstStyle/>
          <a:p>
            <a:r>
              <a:rPr lang="en-IN" dirty="0"/>
              <a:t>Continuous Delivery</a:t>
            </a:r>
          </a:p>
        </p:txBody>
      </p:sp>
      <p:sp>
        <p:nvSpPr>
          <p:cNvPr id="3" name="Content Placeholder 2">
            <a:extLst>
              <a:ext uri="{FF2B5EF4-FFF2-40B4-BE49-F238E27FC236}">
                <a16:creationId xmlns:a16="http://schemas.microsoft.com/office/drawing/2014/main" id="{2BB443CA-1A8F-464C-AC2A-0A63B08AC71A}"/>
              </a:ext>
            </a:extLst>
          </p:cNvPr>
          <p:cNvSpPr>
            <a:spLocks noGrp="1"/>
          </p:cNvSpPr>
          <p:nvPr>
            <p:ph idx="1"/>
          </p:nvPr>
        </p:nvSpPr>
        <p:spPr>
          <a:xfrm>
            <a:off x="646111" y="1465385"/>
            <a:ext cx="9404723" cy="4571999"/>
          </a:xfrm>
        </p:spPr>
        <p:txBody>
          <a:bodyPr>
            <a:normAutofit lnSpcReduction="10000"/>
          </a:bodyPr>
          <a:lstStyle/>
          <a:p>
            <a:r>
              <a:rPr lang="en-US" sz="2400" dirty="0"/>
              <a:t>Continuous delivery (CD) is a software engineering approach in which teams produce software in short cycles, ensuring that the software can be reliably released at any time and, when releasing the software, doing so manually.</a:t>
            </a:r>
          </a:p>
          <a:p>
            <a:endParaRPr lang="en-US" sz="2400" dirty="0"/>
          </a:p>
          <a:p>
            <a:r>
              <a:rPr lang="en-US" sz="2400" dirty="0"/>
              <a:t>It aims at building, testing, and releasing software with greater speed and frequency.</a:t>
            </a:r>
          </a:p>
          <a:p>
            <a:endParaRPr lang="en-US" sz="2400" dirty="0"/>
          </a:p>
          <a:p>
            <a:r>
              <a:rPr lang="en-US" sz="2400" dirty="0"/>
              <a:t>The approach helps reduce the cost, time, and risk of delivering changes by allowing for more incremental updates to applications in production.</a:t>
            </a:r>
            <a:endParaRPr lang="en-IN" sz="2400" dirty="0"/>
          </a:p>
        </p:txBody>
      </p:sp>
    </p:spTree>
    <p:extLst>
      <p:ext uri="{BB962C8B-B14F-4D97-AF65-F5344CB8AC3E}">
        <p14:creationId xmlns:p14="http://schemas.microsoft.com/office/powerpoint/2010/main" val="391927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DE2D8-8755-4F4B-9A9E-B196BA59244A}"/>
              </a:ext>
            </a:extLst>
          </p:cNvPr>
          <p:cNvSpPr>
            <a:spLocks noGrp="1"/>
          </p:cNvSpPr>
          <p:nvPr>
            <p:ph type="title"/>
          </p:nvPr>
        </p:nvSpPr>
        <p:spPr/>
        <p:txBody>
          <a:bodyPr/>
          <a:lstStyle/>
          <a:p>
            <a:r>
              <a:rPr lang="en-IN" dirty="0"/>
              <a:t>Continuous Delivery</a:t>
            </a:r>
          </a:p>
        </p:txBody>
      </p:sp>
      <p:sp>
        <p:nvSpPr>
          <p:cNvPr id="3" name="Content Placeholder 2">
            <a:extLst>
              <a:ext uri="{FF2B5EF4-FFF2-40B4-BE49-F238E27FC236}">
                <a16:creationId xmlns:a16="http://schemas.microsoft.com/office/drawing/2014/main" id="{2BB443CA-1A8F-464C-AC2A-0A63B08AC71A}"/>
              </a:ext>
            </a:extLst>
          </p:cNvPr>
          <p:cNvSpPr>
            <a:spLocks noGrp="1"/>
          </p:cNvSpPr>
          <p:nvPr>
            <p:ph idx="1"/>
          </p:nvPr>
        </p:nvSpPr>
        <p:spPr>
          <a:xfrm>
            <a:off x="646111" y="1465385"/>
            <a:ext cx="9404723" cy="4571999"/>
          </a:xfrm>
        </p:spPr>
        <p:txBody>
          <a:bodyPr>
            <a:normAutofit lnSpcReduction="10000"/>
          </a:bodyPr>
          <a:lstStyle/>
          <a:p>
            <a:r>
              <a:rPr lang="en-US" sz="2400" dirty="0"/>
              <a:t>Continuous delivery (CD) is a software engineering approach in which teams produce software in short cycles, ensuring that the software can be reliably released at any time and, when releasing the software, doing so manually.</a:t>
            </a:r>
          </a:p>
          <a:p>
            <a:endParaRPr lang="en-US" sz="2400" dirty="0"/>
          </a:p>
          <a:p>
            <a:r>
              <a:rPr lang="en-US" sz="2400" dirty="0"/>
              <a:t>It aims at building, testing, and releasing software with greater speed and frequency.</a:t>
            </a:r>
          </a:p>
          <a:p>
            <a:endParaRPr lang="en-US" sz="2400" dirty="0"/>
          </a:p>
          <a:p>
            <a:r>
              <a:rPr lang="en-US" sz="2400" dirty="0"/>
              <a:t>The approach helps reduce the cost, time, and risk of delivering changes by allowing for more incremental updates to applications in production.</a:t>
            </a:r>
            <a:endParaRPr lang="en-IN" sz="2400" dirty="0"/>
          </a:p>
        </p:txBody>
      </p:sp>
    </p:spTree>
    <p:extLst>
      <p:ext uri="{BB962C8B-B14F-4D97-AF65-F5344CB8AC3E}">
        <p14:creationId xmlns:p14="http://schemas.microsoft.com/office/powerpoint/2010/main" val="38546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DE2D8-8755-4F4B-9A9E-B196BA59244A}"/>
              </a:ext>
            </a:extLst>
          </p:cNvPr>
          <p:cNvSpPr>
            <a:spLocks noGrp="1"/>
          </p:cNvSpPr>
          <p:nvPr>
            <p:ph type="title"/>
          </p:nvPr>
        </p:nvSpPr>
        <p:spPr/>
        <p:txBody>
          <a:bodyPr/>
          <a:lstStyle/>
          <a:p>
            <a:r>
              <a:rPr lang="en-IN" dirty="0"/>
              <a:t>Continuous Delivery</a:t>
            </a:r>
          </a:p>
        </p:txBody>
      </p:sp>
      <p:sp>
        <p:nvSpPr>
          <p:cNvPr id="3" name="Content Placeholder 2">
            <a:extLst>
              <a:ext uri="{FF2B5EF4-FFF2-40B4-BE49-F238E27FC236}">
                <a16:creationId xmlns:a16="http://schemas.microsoft.com/office/drawing/2014/main" id="{2BB443CA-1A8F-464C-AC2A-0A63B08AC71A}"/>
              </a:ext>
            </a:extLst>
          </p:cNvPr>
          <p:cNvSpPr>
            <a:spLocks noGrp="1"/>
          </p:cNvSpPr>
          <p:nvPr>
            <p:ph idx="1"/>
          </p:nvPr>
        </p:nvSpPr>
        <p:spPr>
          <a:xfrm>
            <a:off x="927464" y="2282015"/>
            <a:ext cx="9404723" cy="1727981"/>
          </a:xfrm>
        </p:spPr>
        <p:txBody>
          <a:bodyPr>
            <a:normAutofit/>
          </a:bodyPr>
          <a:lstStyle/>
          <a:p>
            <a:r>
              <a:rPr lang="en-US" sz="2400" b="1" i="1" dirty="0"/>
              <a:t>Continuous Delivery</a:t>
            </a:r>
            <a:r>
              <a:rPr lang="en-US" sz="2400" i="1" dirty="0"/>
              <a:t> goes one step further than Continuous Integration to automate the software release process, where code is deployed to environments and is prepared for Production release.</a:t>
            </a:r>
            <a:endParaRPr lang="en-IN" sz="2400" dirty="0"/>
          </a:p>
        </p:txBody>
      </p:sp>
    </p:spTree>
    <p:extLst>
      <p:ext uri="{BB962C8B-B14F-4D97-AF65-F5344CB8AC3E}">
        <p14:creationId xmlns:p14="http://schemas.microsoft.com/office/powerpoint/2010/main" val="216648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30792-60C7-41F1-84E6-315767561514}"/>
              </a:ext>
            </a:extLst>
          </p:cNvPr>
          <p:cNvSpPr>
            <a:spLocks noGrp="1"/>
          </p:cNvSpPr>
          <p:nvPr>
            <p:ph type="title"/>
          </p:nvPr>
        </p:nvSpPr>
        <p:spPr/>
        <p:txBody>
          <a:bodyPr/>
          <a:lstStyle/>
          <a:p>
            <a:r>
              <a:rPr lang="en-IN" dirty="0"/>
              <a:t>Continuous Deployment</a:t>
            </a:r>
          </a:p>
        </p:txBody>
      </p:sp>
      <p:sp>
        <p:nvSpPr>
          <p:cNvPr id="3" name="Content Placeholder 2">
            <a:extLst>
              <a:ext uri="{FF2B5EF4-FFF2-40B4-BE49-F238E27FC236}">
                <a16:creationId xmlns:a16="http://schemas.microsoft.com/office/drawing/2014/main" id="{65E9EA8D-EBA0-4089-936C-25CA458F981E}"/>
              </a:ext>
            </a:extLst>
          </p:cNvPr>
          <p:cNvSpPr>
            <a:spLocks noGrp="1"/>
          </p:cNvSpPr>
          <p:nvPr>
            <p:ph idx="1"/>
          </p:nvPr>
        </p:nvSpPr>
        <p:spPr>
          <a:xfrm>
            <a:off x="856145" y="2196905"/>
            <a:ext cx="9404723" cy="2009335"/>
          </a:xfrm>
        </p:spPr>
        <p:txBody>
          <a:bodyPr>
            <a:noAutofit/>
          </a:bodyPr>
          <a:lstStyle/>
          <a:p>
            <a:r>
              <a:rPr lang="en-US" sz="2400" b="1" i="1" dirty="0"/>
              <a:t>Continuous Deployment</a:t>
            </a:r>
            <a:r>
              <a:rPr lang="en-US" sz="2400" i="1" dirty="0"/>
              <a:t> is the next step of Continuous Delivery, where every code commit that passes the Automated Tests and other Acceptance tests, is automatically deployed to Production without any manual intervention.</a:t>
            </a:r>
            <a:endParaRPr lang="en-IN" sz="2400" dirty="0"/>
          </a:p>
        </p:txBody>
      </p:sp>
    </p:spTree>
    <p:extLst>
      <p:ext uri="{BB962C8B-B14F-4D97-AF65-F5344CB8AC3E}">
        <p14:creationId xmlns:p14="http://schemas.microsoft.com/office/powerpoint/2010/main" val="4067421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13D0B-948B-4828-B061-FBB0FA853E65}"/>
              </a:ext>
            </a:extLst>
          </p:cNvPr>
          <p:cNvSpPr>
            <a:spLocks noGrp="1"/>
          </p:cNvSpPr>
          <p:nvPr>
            <p:ph type="title"/>
          </p:nvPr>
        </p:nvSpPr>
        <p:spPr/>
        <p:txBody>
          <a:bodyPr/>
          <a:lstStyle/>
          <a:p>
            <a:r>
              <a:rPr lang="en-IN" dirty="0"/>
              <a:t>The Release Pipeline</a:t>
            </a:r>
          </a:p>
        </p:txBody>
      </p:sp>
      <p:pic>
        <p:nvPicPr>
          <p:cNvPr id="3074" name="Picture 2" descr="Release Pipeline">
            <a:extLst>
              <a:ext uri="{FF2B5EF4-FFF2-40B4-BE49-F238E27FC236}">
                <a16:creationId xmlns:a16="http://schemas.microsoft.com/office/drawing/2014/main" id="{52D1ADF1-1912-4017-BC4F-D0185F29D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819" y="1732743"/>
            <a:ext cx="9026476" cy="390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337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rrow: Curved Right 17">
            <a:extLst>
              <a:ext uri="{FF2B5EF4-FFF2-40B4-BE49-F238E27FC236}">
                <a16:creationId xmlns:a16="http://schemas.microsoft.com/office/drawing/2014/main" id="{5AD20B5B-94B1-43DD-8497-5E9CEFFF083F}"/>
              </a:ext>
            </a:extLst>
          </p:cNvPr>
          <p:cNvSpPr/>
          <p:nvPr/>
        </p:nvSpPr>
        <p:spPr>
          <a:xfrm rot="10800000">
            <a:off x="8093397" y="2748600"/>
            <a:ext cx="1658426" cy="2932466"/>
          </a:xfrm>
          <a:prstGeom prst="curv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urved Right 16">
            <a:extLst>
              <a:ext uri="{FF2B5EF4-FFF2-40B4-BE49-F238E27FC236}">
                <a16:creationId xmlns:a16="http://schemas.microsoft.com/office/drawing/2014/main" id="{7F168EEF-9AA8-4C7D-9433-592063E770CC}"/>
              </a:ext>
            </a:extLst>
          </p:cNvPr>
          <p:cNvSpPr/>
          <p:nvPr/>
        </p:nvSpPr>
        <p:spPr>
          <a:xfrm>
            <a:off x="6420121" y="2937866"/>
            <a:ext cx="1458931" cy="2932466"/>
          </a:xfrm>
          <a:prstGeom prst="curv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tx1"/>
              </a:solidFill>
            </a:endParaRPr>
          </a:p>
        </p:txBody>
      </p:sp>
      <p:sp>
        <p:nvSpPr>
          <p:cNvPr id="2" name="Title 1">
            <a:extLst>
              <a:ext uri="{FF2B5EF4-FFF2-40B4-BE49-F238E27FC236}">
                <a16:creationId xmlns:a16="http://schemas.microsoft.com/office/drawing/2014/main" id="{95189DF2-F28F-4FAE-A40C-F7566202DEB7}"/>
              </a:ext>
            </a:extLst>
          </p:cNvPr>
          <p:cNvSpPr>
            <a:spLocks noGrp="1"/>
          </p:cNvSpPr>
          <p:nvPr>
            <p:ph type="title"/>
          </p:nvPr>
        </p:nvSpPr>
        <p:spPr/>
        <p:txBody>
          <a:bodyPr/>
          <a:lstStyle/>
          <a:p>
            <a:r>
              <a:rPr lang="en-IN" dirty="0"/>
              <a:t>What is CI/CD Pipeline</a:t>
            </a:r>
          </a:p>
        </p:txBody>
      </p:sp>
      <p:sp>
        <p:nvSpPr>
          <p:cNvPr id="3" name="Content Placeholder 2">
            <a:extLst>
              <a:ext uri="{FF2B5EF4-FFF2-40B4-BE49-F238E27FC236}">
                <a16:creationId xmlns:a16="http://schemas.microsoft.com/office/drawing/2014/main" id="{BFEC9676-715C-4B08-81DF-9A8BF2B3056D}"/>
              </a:ext>
            </a:extLst>
          </p:cNvPr>
          <p:cNvSpPr>
            <a:spLocks noGrp="1"/>
          </p:cNvSpPr>
          <p:nvPr>
            <p:ph idx="1"/>
          </p:nvPr>
        </p:nvSpPr>
        <p:spPr>
          <a:xfrm>
            <a:off x="645130" y="1676400"/>
            <a:ext cx="9404723" cy="911351"/>
          </a:xfrm>
        </p:spPr>
        <p:txBody>
          <a:bodyPr/>
          <a:lstStyle/>
          <a:p>
            <a:r>
              <a:rPr lang="en-IN" dirty="0"/>
              <a:t>The stages which constitute  various activities from development to final production deployment of a software is the CI/CD pipeline</a:t>
            </a:r>
          </a:p>
        </p:txBody>
      </p:sp>
      <p:sp>
        <p:nvSpPr>
          <p:cNvPr id="10" name="Freeform: Shape 9">
            <a:extLst>
              <a:ext uri="{FF2B5EF4-FFF2-40B4-BE49-F238E27FC236}">
                <a16:creationId xmlns:a16="http://schemas.microsoft.com/office/drawing/2014/main" id="{D07373CE-1445-43DF-9601-255E47BA8A0D}"/>
              </a:ext>
            </a:extLst>
          </p:cNvPr>
          <p:cNvSpPr/>
          <p:nvPr/>
        </p:nvSpPr>
        <p:spPr>
          <a:xfrm>
            <a:off x="9226421" y="3948835"/>
            <a:ext cx="1806137" cy="642829"/>
          </a:xfrm>
          <a:custGeom>
            <a:avLst/>
            <a:gdLst>
              <a:gd name="connsiteX0" fmla="*/ 0 w 1607073"/>
              <a:gd name="connsiteY0" fmla="*/ 0 h 642829"/>
              <a:gd name="connsiteX1" fmla="*/ 1285659 w 1607073"/>
              <a:gd name="connsiteY1" fmla="*/ 0 h 642829"/>
              <a:gd name="connsiteX2" fmla="*/ 1607073 w 1607073"/>
              <a:gd name="connsiteY2" fmla="*/ 321415 h 642829"/>
              <a:gd name="connsiteX3" fmla="*/ 1285659 w 1607073"/>
              <a:gd name="connsiteY3" fmla="*/ 642829 h 642829"/>
              <a:gd name="connsiteX4" fmla="*/ 0 w 1607073"/>
              <a:gd name="connsiteY4" fmla="*/ 642829 h 642829"/>
              <a:gd name="connsiteX5" fmla="*/ 321415 w 1607073"/>
              <a:gd name="connsiteY5" fmla="*/ 321415 h 642829"/>
              <a:gd name="connsiteX6" fmla="*/ 0 w 1607073"/>
              <a:gd name="connsiteY6" fmla="*/ 0 h 64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7073" h="642829">
                <a:moveTo>
                  <a:pt x="0" y="0"/>
                </a:moveTo>
                <a:lnTo>
                  <a:pt x="1285659" y="0"/>
                </a:lnTo>
                <a:lnTo>
                  <a:pt x="1607073" y="321415"/>
                </a:lnTo>
                <a:lnTo>
                  <a:pt x="1285659" y="642829"/>
                </a:lnTo>
                <a:lnTo>
                  <a:pt x="0" y="642829"/>
                </a:lnTo>
                <a:lnTo>
                  <a:pt x="321415" y="321415"/>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89424" tIns="22670" rIns="344084" bIns="22670" numCol="1" spcCol="1270" anchor="ctr" anchorCtr="0">
            <a:noAutofit/>
          </a:bodyPr>
          <a:lstStyle/>
          <a:p>
            <a:pPr marL="0" lvl="0" indent="0" algn="ctr" defTabSz="755650">
              <a:lnSpc>
                <a:spcPct val="90000"/>
              </a:lnSpc>
              <a:spcBef>
                <a:spcPct val="0"/>
              </a:spcBef>
              <a:spcAft>
                <a:spcPct val="35000"/>
              </a:spcAft>
              <a:buNone/>
            </a:pPr>
            <a:r>
              <a:rPr lang="en-IN" sz="1700" kern="1200" dirty="0"/>
              <a:t>Operate</a:t>
            </a:r>
          </a:p>
        </p:txBody>
      </p:sp>
      <p:sp>
        <p:nvSpPr>
          <p:cNvPr id="13" name="Arrow: Curved Right 12">
            <a:extLst>
              <a:ext uri="{FF2B5EF4-FFF2-40B4-BE49-F238E27FC236}">
                <a16:creationId xmlns:a16="http://schemas.microsoft.com/office/drawing/2014/main" id="{BA84B1E1-37F7-44DE-8835-8C90C5CECA5A}"/>
              </a:ext>
            </a:extLst>
          </p:cNvPr>
          <p:cNvSpPr/>
          <p:nvPr/>
        </p:nvSpPr>
        <p:spPr>
          <a:xfrm>
            <a:off x="2117750" y="3123083"/>
            <a:ext cx="1458931" cy="2932466"/>
          </a:xfrm>
          <a:prstGeom prst="curv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tx1"/>
              </a:solidFill>
            </a:endParaRPr>
          </a:p>
        </p:txBody>
      </p:sp>
      <p:sp>
        <p:nvSpPr>
          <p:cNvPr id="15" name="Arrow: Curved Right 14">
            <a:extLst>
              <a:ext uri="{FF2B5EF4-FFF2-40B4-BE49-F238E27FC236}">
                <a16:creationId xmlns:a16="http://schemas.microsoft.com/office/drawing/2014/main" id="{D10DAF78-6D6E-4360-9AD7-B7D2FDE02102}"/>
              </a:ext>
            </a:extLst>
          </p:cNvPr>
          <p:cNvSpPr/>
          <p:nvPr/>
        </p:nvSpPr>
        <p:spPr>
          <a:xfrm rot="10800000">
            <a:off x="3791026" y="2933817"/>
            <a:ext cx="1658426" cy="2932466"/>
          </a:xfrm>
          <a:prstGeom prst="curv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4" name="Diagram 3">
            <a:extLst>
              <a:ext uri="{FF2B5EF4-FFF2-40B4-BE49-F238E27FC236}">
                <a16:creationId xmlns:a16="http://schemas.microsoft.com/office/drawing/2014/main" id="{A2E1B813-7D8B-4042-A05A-7DD4109BC760}"/>
              </a:ext>
            </a:extLst>
          </p:cNvPr>
          <p:cNvGraphicFramePr/>
          <p:nvPr>
            <p:extLst>
              <p:ext uri="{D42A27DB-BD31-4B8C-83A1-F6EECF244321}">
                <p14:modId xmlns:p14="http://schemas.microsoft.com/office/powerpoint/2010/main" val="2389769017"/>
              </p:ext>
            </p:extLst>
          </p:nvPr>
        </p:nvGraphicFramePr>
        <p:xfrm>
          <a:off x="645130" y="3682273"/>
          <a:ext cx="4369581" cy="11759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821E9BD9-A96F-4CC6-8709-46A7D11B673B}"/>
              </a:ext>
            </a:extLst>
          </p:cNvPr>
          <p:cNvGraphicFramePr/>
          <p:nvPr>
            <p:extLst>
              <p:ext uri="{D42A27DB-BD31-4B8C-83A1-F6EECF244321}">
                <p14:modId xmlns:p14="http://schemas.microsoft.com/office/powerpoint/2010/main" val="3626172587"/>
              </p:ext>
            </p:extLst>
          </p:nvPr>
        </p:nvGraphicFramePr>
        <p:xfrm>
          <a:off x="4856840" y="3682273"/>
          <a:ext cx="4502443" cy="117595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4" name="TextBox 13">
            <a:extLst>
              <a:ext uri="{FF2B5EF4-FFF2-40B4-BE49-F238E27FC236}">
                <a16:creationId xmlns:a16="http://schemas.microsoft.com/office/drawing/2014/main" id="{2FB551E3-3B10-4A65-AD14-84282A087981}"/>
              </a:ext>
            </a:extLst>
          </p:cNvPr>
          <p:cNvSpPr txBox="1"/>
          <p:nvPr/>
        </p:nvSpPr>
        <p:spPr>
          <a:xfrm>
            <a:off x="3365909" y="4951027"/>
            <a:ext cx="425116" cy="369332"/>
          </a:xfrm>
          <a:prstGeom prst="rect">
            <a:avLst/>
          </a:prstGeom>
          <a:noFill/>
        </p:spPr>
        <p:txBody>
          <a:bodyPr wrap="none" rtlCol="0">
            <a:spAutoFit/>
          </a:bodyPr>
          <a:lstStyle/>
          <a:p>
            <a:r>
              <a:rPr lang="en-IN" dirty="0"/>
              <a:t>CI</a:t>
            </a:r>
          </a:p>
        </p:txBody>
      </p:sp>
      <p:sp>
        <p:nvSpPr>
          <p:cNvPr id="16" name="TextBox 15">
            <a:extLst>
              <a:ext uri="{FF2B5EF4-FFF2-40B4-BE49-F238E27FC236}">
                <a16:creationId xmlns:a16="http://schemas.microsoft.com/office/drawing/2014/main" id="{DCE62261-01FC-401A-A0E9-3882ADE34B5C}"/>
              </a:ext>
            </a:extLst>
          </p:cNvPr>
          <p:cNvSpPr txBox="1"/>
          <p:nvPr/>
        </p:nvSpPr>
        <p:spPr>
          <a:xfrm>
            <a:off x="7774889" y="4808257"/>
            <a:ext cx="543739" cy="369332"/>
          </a:xfrm>
          <a:prstGeom prst="rect">
            <a:avLst/>
          </a:prstGeom>
          <a:noFill/>
        </p:spPr>
        <p:txBody>
          <a:bodyPr wrap="none" rtlCol="0">
            <a:spAutoFit/>
          </a:bodyPr>
          <a:lstStyle/>
          <a:p>
            <a:r>
              <a:rPr lang="en-IN" dirty="0"/>
              <a:t>CD</a:t>
            </a:r>
          </a:p>
        </p:txBody>
      </p:sp>
    </p:spTree>
    <p:extLst>
      <p:ext uri="{BB962C8B-B14F-4D97-AF65-F5344CB8AC3E}">
        <p14:creationId xmlns:p14="http://schemas.microsoft.com/office/powerpoint/2010/main" val="1443963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89DF2-F28F-4FAE-A40C-F7566202DEB7}"/>
              </a:ext>
            </a:extLst>
          </p:cNvPr>
          <p:cNvSpPr>
            <a:spLocks noGrp="1"/>
          </p:cNvSpPr>
          <p:nvPr>
            <p:ph type="ctrTitle"/>
          </p:nvPr>
        </p:nvSpPr>
        <p:spPr/>
        <p:txBody>
          <a:bodyPr/>
          <a:lstStyle/>
          <a:p>
            <a:r>
              <a:rPr lang="en-IN" dirty="0"/>
              <a:t>Docker CI/CD</a:t>
            </a:r>
          </a:p>
        </p:txBody>
      </p:sp>
    </p:spTree>
    <p:extLst>
      <p:ext uri="{BB962C8B-B14F-4D97-AF65-F5344CB8AC3E}">
        <p14:creationId xmlns:p14="http://schemas.microsoft.com/office/powerpoint/2010/main" val="2132496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Shape 870"/>
          <p:cNvSpPr txBox="1">
            <a:spLocks noGrp="1"/>
          </p:cNvSpPr>
          <p:nvPr>
            <p:ph type="title"/>
          </p:nvPr>
        </p:nvSpPr>
        <p:spPr>
          <a:xfrm>
            <a:off x="304800" y="365123"/>
            <a:ext cx="11582400" cy="640000"/>
          </a:xfrm>
          <a:prstGeom prst="rect">
            <a:avLst/>
          </a:prstGeom>
          <a:noFill/>
          <a:ln>
            <a:noFill/>
          </a:ln>
        </p:spPr>
        <p:txBody>
          <a:bodyPr vert="horz" lIns="121900" tIns="60933" rIns="121900" bIns="60933" rtlCol="0" anchor="t" anchorCtr="0">
            <a:noAutofit/>
          </a:bodyPr>
          <a:lstStyle/>
          <a:p>
            <a:pPr>
              <a:lnSpc>
                <a:spcPct val="90000"/>
              </a:lnSpc>
              <a:spcBef>
                <a:spcPts val="0"/>
              </a:spcBef>
              <a:buClr>
                <a:schemeClr val="accent1"/>
              </a:buClr>
              <a:buSzPct val="25000"/>
            </a:pPr>
            <a:r>
              <a:rPr lang="en" sz="3840" dirty="0">
                <a:solidFill>
                  <a:schemeClr val="tx1"/>
                </a:solidFill>
                <a:latin typeface="Arial"/>
                <a:ea typeface="Arial"/>
                <a:cs typeface="Arial"/>
                <a:sym typeface="Arial"/>
              </a:rPr>
              <a:t>Comparing Containers and VMs</a:t>
            </a:r>
          </a:p>
        </p:txBody>
      </p:sp>
      <p:pic>
        <p:nvPicPr>
          <p:cNvPr id="871" name="Shape 871"/>
          <p:cNvPicPr preferRelativeResize="0"/>
          <p:nvPr/>
        </p:nvPicPr>
        <p:blipFill rotWithShape="1">
          <a:blip r:embed="rId3">
            <a:alphaModFix/>
          </a:blip>
          <a:srcRect/>
          <a:stretch/>
        </p:blipFill>
        <p:spPr>
          <a:xfrm>
            <a:off x="1142198" y="1303893"/>
            <a:ext cx="4019199" cy="3603200"/>
          </a:xfrm>
          <a:prstGeom prst="rect">
            <a:avLst/>
          </a:prstGeom>
          <a:noFill/>
          <a:ln>
            <a:noFill/>
          </a:ln>
        </p:spPr>
      </p:pic>
      <p:pic>
        <p:nvPicPr>
          <p:cNvPr id="872" name="Shape 872"/>
          <p:cNvPicPr preferRelativeResize="0"/>
          <p:nvPr/>
        </p:nvPicPr>
        <p:blipFill rotWithShape="1">
          <a:blip r:embed="rId4">
            <a:alphaModFix/>
          </a:blip>
          <a:srcRect/>
          <a:stretch/>
        </p:blipFill>
        <p:spPr>
          <a:xfrm>
            <a:off x="6607813" y="1303893"/>
            <a:ext cx="4009600" cy="3603200"/>
          </a:xfrm>
          <a:prstGeom prst="rect">
            <a:avLst/>
          </a:prstGeom>
          <a:noFill/>
          <a:ln>
            <a:noFill/>
          </a:ln>
        </p:spPr>
      </p:pic>
      <p:sp>
        <p:nvSpPr>
          <p:cNvPr id="873" name="Shape 873"/>
          <p:cNvSpPr txBox="1"/>
          <p:nvPr/>
        </p:nvSpPr>
        <p:spPr>
          <a:xfrm>
            <a:off x="1309037" y="5428647"/>
            <a:ext cx="3721600" cy="861600"/>
          </a:xfrm>
          <a:prstGeom prst="rect">
            <a:avLst/>
          </a:prstGeom>
          <a:noFill/>
          <a:ln>
            <a:noFill/>
          </a:ln>
        </p:spPr>
        <p:txBody>
          <a:bodyPr lIns="121900" tIns="60933" rIns="121900" bIns="60933" anchor="t" anchorCtr="0">
            <a:noAutofit/>
          </a:bodyPr>
          <a:lstStyle/>
          <a:p>
            <a:pPr algn="ctr">
              <a:buClr>
                <a:schemeClr val="dk1"/>
              </a:buClr>
              <a:buSzPct val="25000"/>
            </a:pPr>
            <a:r>
              <a:rPr lang="en" sz="2400" dirty="0">
                <a:latin typeface="Arial"/>
                <a:ea typeface="Arial"/>
                <a:cs typeface="Arial"/>
                <a:sym typeface="Arial"/>
              </a:rPr>
              <a:t>Containers are an app level construct</a:t>
            </a:r>
          </a:p>
        </p:txBody>
      </p:sp>
      <p:sp>
        <p:nvSpPr>
          <p:cNvPr id="874" name="Shape 874"/>
          <p:cNvSpPr txBox="1"/>
          <p:nvPr/>
        </p:nvSpPr>
        <p:spPr>
          <a:xfrm>
            <a:off x="6430847" y="5377313"/>
            <a:ext cx="4516400" cy="1231200"/>
          </a:xfrm>
          <a:prstGeom prst="rect">
            <a:avLst/>
          </a:prstGeom>
          <a:noFill/>
          <a:ln>
            <a:noFill/>
          </a:ln>
        </p:spPr>
        <p:txBody>
          <a:bodyPr lIns="121900" tIns="60933" rIns="121900" bIns="60933" anchor="t" anchorCtr="0">
            <a:noAutofit/>
          </a:bodyPr>
          <a:lstStyle/>
          <a:p>
            <a:pPr algn="ctr">
              <a:buClr>
                <a:schemeClr val="dk1"/>
              </a:buClr>
              <a:buSzPct val="25000"/>
            </a:pPr>
            <a:r>
              <a:rPr lang="en" sz="2400">
                <a:latin typeface="Arial"/>
                <a:ea typeface="Arial"/>
                <a:cs typeface="Arial"/>
                <a:sym typeface="Arial"/>
              </a:rPr>
              <a:t>VMs are an infrastructure level construct to turn one machine into many servers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Shape 880"/>
          <p:cNvSpPr txBox="1">
            <a:spLocks noGrp="1"/>
          </p:cNvSpPr>
          <p:nvPr>
            <p:ph type="title"/>
          </p:nvPr>
        </p:nvSpPr>
        <p:spPr>
          <a:xfrm>
            <a:off x="304800" y="365123"/>
            <a:ext cx="11582400" cy="640000"/>
          </a:xfrm>
          <a:prstGeom prst="rect">
            <a:avLst/>
          </a:prstGeom>
          <a:noFill/>
          <a:ln>
            <a:noFill/>
          </a:ln>
        </p:spPr>
        <p:txBody>
          <a:bodyPr vert="horz" lIns="121900" tIns="60933" rIns="121900" bIns="60933" rtlCol="0" anchor="t" anchorCtr="0">
            <a:noAutofit/>
          </a:bodyPr>
          <a:lstStyle/>
          <a:p>
            <a:pPr>
              <a:lnSpc>
                <a:spcPct val="90000"/>
              </a:lnSpc>
              <a:spcBef>
                <a:spcPts val="0"/>
              </a:spcBef>
              <a:buClr>
                <a:schemeClr val="accent1"/>
              </a:buClr>
              <a:buSzPct val="25000"/>
            </a:pPr>
            <a:r>
              <a:rPr lang="en" sz="3840" dirty="0">
                <a:solidFill>
                  <a:schemeClr val="tx1"/>
                </a:solidFill>
                <a:latin typeface="Arial"/>
                <a:ea typeface="Arial"/>
                <a:cs typeface="Arial"/>
                <a:sym typeface="Arial"/>
              </a:rPr>
              <a:t>Containers and VMs together</a:t>
            </a:r>
          </a:p>
        </p:txBody>
      </p:sp>
      <p:pic>
        <p:nvPicPr>
          <p:cNvPr id="881" name="Shape 881"/>
          <p:cNvPicPr preferRelativeResize="0"/>
          <p:nvPr/>
        </p:nvPicPr>
        <p:blipFill rotWithShape="1">
          <a:blip r:embed="rId3">
            <a:alphaModFix/>
          </a:blip>
          <a:srcRect/>
          <a:stretch/>
        </p:blipFill>
        <p:spPr>
          <a:xfrm>
            <a:off x="2024511" y="1390011"/>
            <a:ext cx="8142799" cy="3924800"/>
          </a:xfrm>
          <a:prstGeom prst="rect">
            <a:avLst/>
          </a:prstGeom>
          <a:noFill/>
          <a:ln>
            <a:noFill/>
          </a:ln>
        </p:spPr>
      </p:pic>
      <p:sp>
        <p:nvSpPr>
          <p:cNvPr id="882" name="Shape 882"/>
          <p:cNvSpPr txBox="1"/>
          <p:nvPr/>
        </p:nvSpPr>
        <p:spPr>
          <a:xfrm>
            <a:off x="1386039" y="5608319"/>
            <a:ext cx="9638000" cy="861600"/>
          </a:xfrm>
          <a:prstGeom prst="rect">
            <a:avLst/>
          </a:prstGeom>
          <a:noFill/>
          <a:ln>
            <a:noFill/>
          </a:ln>
        </p:spPr>
        <p:txBody>
          <a:bodyPr lIns="121900" tIns="60933" rIns="121900" bIns="60933" anchor="t" anchorCtr="0">
            <a:noAutofit/>
          </a:bodyPr>
          <a:lstStyle/>
          <a:p>
            <a:pPr algn="ctr">
              <a:buClr>
                <a:schemeClr val="dk1"/>
              </a:buClr>
              <a:buSzPct val="25000"/>
            </a:pPr>
            <a:r>
              <a:rPr lang="en" sz="2400">
                <a:latin typeface="Arial"/>
                <a:ea typeface="Arial"/>
                <a:cs typeface="Arial"/>
                <a:sym typeface="Arial"/>
              </a:rPr>
              <a:t>Containers and VMs together provide a tremendous amount of flexibility for IT to optimally deploy and manage apps.</a:t>
            </a:r>
          </a:p>
        </p:txBody>
      </p:sp>
      <p:sp>
        <p:nvSpPr>
          <p:cNvPr id="883" name="Shape 883"/>
          <p:cNvSpPr txBox="1"/>
          <p:nvPr/>
        </p:nvSpPr>
        <p:spPr>
          <a:xfrm>
            <a:off x="3101755" y="1789888"/>
            <a:ext cx="1271199" cy="410400"/>
          </a:xfrm>
          <a:prstGeom prst="rect">
            <a:avLst/>
          </a:prstGeom>
          <a:noFill/>
          <a:ln>
            <a:noFill/>
          </a:ln>
        </p:spPr>
        <p:txBody>
          <a:bodyPr lIns="121900" tIns="60933" rIns="121900" bIns="60933" anchor="t" anchorCtr="0">
            <a:noAutofit/>
          </a:bodyPr>
          <a:lstStyle/>
          <a:p>
            <a:pPr algn="ctr">
              <a:buClr>
                <a:srgbClr val="000000"/>
              </a:buClr>
              <a:buSzPct val="25000"/>
            </a:pPr>
            <a:r>
              <a:rPr lang="en" sz="1867">
                <a:latin typeface="Arial"/>
                <a:ea typeface="Arial"/>
                <a:cs typeface="Arial"/>
                <a:sym typeface="Arial"/>
              </a:rPr>
              <a:t>DEV</a:t>
            </a:r>
          </a:p>
        </p:txBody>
      </p:sp>
      <p:sp>
        <p:nvSpPr>
          <p:cNvPr id="884" name="Shape 884"/>
          <p:cNvSpPr txBox="1"/>
          <p:nvPr/>
        </p:nvSpPr>
        <p:spPr>
          <a:xfrm>
            <a:off x="7247900" y="944221"/>
            <a:ext cx="1271200" cy="410400"/>
          </a:xfrm>
          <a:prstGeom prst="rect">
            <a:avLst/>
          </a:prstGeom>
          <a:noFill/>
          <a:ln>
            <a:noFill/>
          </a:ln>
        </p:spPr>
        <p:txBody>
          <a:bodyPr lIns="121900" tIns="60933" rIns="121900" bIns="60933" anchor="t" anchorCtr="0">
            <a:noAutofit/>
          </a:bodyPr>
          <a:lstStyle/>
          <a:p>
            <a:pPr algn="ctr">
              <a:buClr>
                <a:srgbClr val="000000"/>
              </a:buClr>
              <a:buSzPct val="25000"/>
            </a:pPr>
            <a:r>
              <a:rPr lang="en" sz="1867">
                <a:latin typeface="Arial"/>
                <a:ea typeface="Arial"/>
                <a:cs typeface="Arial"/>
                <a:sym typeface="Arial"/>
              </a:rPr>
              <a:t>PROD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Shape 890"/>
          <p:cNvSpPr txBox="1">
            <a:spLocks noGrp="1"/>
          </p:cNvSpPr>
          <p:nvPr>
            <p:ph type="title"/>
          </p:nvPr>
        </p:nvSpPr>
        <p:spPr>
          <a:xfrm>
            <a:off x="304800" y="365123"/>
            <a:ext cx="11582400" cy="640000"/>
          </a:xfrm>
          <a:prstGeom prst="rect">
            <a:avLst/>
          </a:prstGeom>
          <a:noFill/>
          <a:ln>
            <a:noFill/>
          </a:ln>
        </p:spPr>
        <p:txBody>
          <a:bodyPr vert="horz" lIns="121900" tIns="121900" rIns="121900" bIns="121900" rtlCol="0" anchor="t" anchorCtr="0">
            <a:noAutofit/>
          </a:bodyPr>
          <a:lstStyle/>
          <a:p>
            <a:pPr>
              <a:lnSpc>
                <a:spcPct val="90000"/>
              </a:lnSpc>
              <a:spcBef>
                <a:spcPts val="0"/>
              </a:spcBef>
              <a:buClr>
                <a:schemeClr val="accent1"/>
              </a:buClr>
              <a:buSzPct val="25000"/>
            </a:pPr>
            <a:r>
              <a:rPr lang="en" sz="4267" dirty="0">
                <a:solidFill>
                  <a:schemeClr val="tx1"/>
                </a:solidFill>
                <a:latin typeface="Arial"/>
                <a:ea typeface="Arial"/>
                <a:cs typeface="Arial"/>
                <a:sym typeface="Arial"/>
              </a:rPr>
              <a:t>Key Benefits of Docker Containers</a:t>
            </a:r>
          </a:p>
        </p:txBody>
      </p:sp>
      <p:grpSp>
        <p:nvGrpSpPr>
          <p:cNvPr id="891" name="Shape 891"/>
          <p:cNvGrpSpPr/>
          <p:nvPr/>
        </p:nvGrpSpPr>
        <p:grpSpPr>
          <a:xfrm>
            <a:off x="306188" y="1491573"/>
            <a:ext cx="11378733" cy="4669276"/>
            <a:chOff x="1042" y="0"/>
            <a:chExt cx="8534050" cy="3501957"/>
          </a:xfrm>
        </p:grpSpPr>
        <p:sp>
          <p:nvSpPr>
            <p:cNvPr id="892" name="Shape 892"/>
            <p:cNvSpPr/>
            <p:nvPr/>
          </p:nvSpPr>
          <p:spPr>
            <a:xfrm rot="-5400000">
              <a:off x="-395342" y="396385"/>
              <a:ext cx="3501957" cy="2709186"/>
            </a:xfrm>
            <a:prstGeom prst="flowChartManualOperation">
              <a:avLst/>
            </a:prstGeom>
            <a:solidFill>
              <a:srgbClr val="1188C6">
                <a:alpha val="89800"/>
              </a:srgbClr>
            </a:solidFill>
            <a:ln w="25400" cap="flat" cmpd="sng">
              <a:solidFill>
                <a:schemeClr val="lt1"/>
              </a:solidFill>
              <a:prstDash val="solid"/>
              <a:round/>
              <a:headEnd type="none" w="med" len="med"/>
              <a:tailEnd type="none" w="med" len="med"/>
            </a:ln>
          </p:spPr>
          <p:txBody>
            <a:bodyPr lIns="121900" tIns="121900" rIns="121900" bIns="121900" anchor="ctr" anchorCtr="0">
              <a:noAutofit/>
            </a:bodyPr>
            <a:lstStyle/>
            <a:p>
              <a:endParaRPr sz="2400"/>
            </a:p>
          </p:txBody>
        </p:sp>
        <p:sp>
          <p:nvSpPr>
            <p:cNvPr id="893" name="Shape 893"/>
            <p:cNvSpPr txBox="1"/>
            <p:nvPr/>
          </p:nvSpPr>
          <p:spPr>
            <a:xfrm>
              <a:off x="1043" y="700389"/>
              <a:ext cx="2709300" cy="2101200"/>
            </a:xfrm>
            <a:prstGeom prst="rect">
              <a:avLst/>
            </a:prstGeom>
            <a:noFill/>
            <a:ln>
              <a:noFill/>
            </a:ln>
          </p:spPr>
          <p:txBody>
            <a:bodyPr lIns="270933" tIns="0" rIns="270933" bIns="0" anchor="t" anchorCtr="0">
              <a:noAutofit/>
            </a:bodyPr>
            <a:lstStyle/>
            <a:p>
              <a:pPr>
                <a:lnSpc>
                  <a:spcPct val="90000"/>
                </a:lnSpc>
                <a:buClr>
                  <a:schemeClr val="lt1"/>
                </a:buClr>
                <a:buSzPct val="25000"/>
              </a:pPr>
              <a:r>
                <a:rPr lang="en" sz="4267">
                  <a:solidFill>
                    <a:schemeClr val="lt1"/>
                  </a:solidFill>
                  <a:latin typeface="Arial"/>
                  <a:ea typeface="Arial"/>
                  <a:cs typeface="Arial"/>
                  <a:sym typeface="Arial"/>
                </a:rPr>
                <a:t>Speed</a:t>
              </a:r>
            </a:p>
            <a:p>
              <a:pPr marL="304792" lvl="1" indent="-304792">
                <a:lnSpc>
                  <a:spcPct val="90000"/>
                </a:lnSpc>
                <a:spcBef>
                  <a:spcPts val="1493"/>
                </a:spcBef>
                <a:buClr>
                  <a:schemeClr val="lt1"/>
                </a:buClr>
                <a:buSzPct val="100000"/>
                <a:buFont typeface="Arial"/>
                <a:buChar char="•"/>
              </a:pPr>
              <a:r>
                <a:rPr lang="en" sz="2667">
                  <a:solidFill>
                    <a:schemeClr val="lt1"/>
                  </a:solidFill>
                  <a:latin typeface="Arial"/>
                  <a:ea typeface="Arial"/>
                  <a:cs typeface="Arial"/>
                  <a:sym typeface="Arial"/>
                </a:rPr>
                <a:t>No OS to boot = applications online in seconds</a:t>
              </a:r>
            </a:p>
          </p:txBody>
        </p:sp>
        <p:sp>
          <p:nvSpPr>
            <p:cNvPr id="894" name="Shape 894"/>
            <p:cNvSpPr/>
            <p:nvPr/>
          </p:nvSpPr>
          <p:spPr>
            <a:xfrm rot="-5400000">
              <a:off x="2517032" y="396385"/>
              <a:ext cx="3501957" cy="2709186"/>
            </a:xfrm>
            <a:prstGeom prst="flowChartManualOperation">
              <a:avLst/>
            </a:prstGeom>
            <a:solidFill>
              <a:srgbClr val="1188C6">
                <a:alpha val="69800"/>
              </a:srgbClr>
            </a:solidFill>
            <a:ln w="25400" cap="flat" cmpd="sng">
              <a:solidFill>
                <a:schemeClr val="lt1"/>
              </a:solidFill>
              <a:prstDash val="solid"/>
              <a:round/>
              <a:headEnd type="none" w="med" len="med"/>
              <a:tailEnd type="none" w="med" len="med"/>
            </a:ln>
          </p:spPr>
          <p:txBody>
            <a:bodyPr lIns="121900" tIns="121900" rIns="121900" bIns="121900" anchor="ctr" anchorCtr="0">
              <a:noAutofit/>
            </a:bodyPr>
            <a:lstStyle/>
            <a:p>
              <a:endParaRPr sz="2400"/>
            </a:p>
          </p:txBody>
        </p:sp>
        <p:sp>
          <p:nvSpPr>
            <p:cNvPr id="895" name="Shape 895"/>
            <p:cNvSpPr txBox="1"/>
            <p:nvPr/>
          </p:nvSpPr>
          <p:spPr>
            <a:xfrm>
              <a:off x="2913417" y="700389"/>
              <a:ext cx="2709300" cy="2101200"/>
            </a:xfrm>
            <a:prstGeom prst="rect">
              <a:avLst/>
            </a:prstGeom>
            <a:noFill/>
            <a:ln>
              <a:noFill/>
            </a:ln>
          </p:spPr>
          <p:txBody>
            <a:bodyPr lIns="270933" tIns="0" rIns="270933" bIns="0" anchor="t" anchorCtr="0">
              <a:noAutofit/>
            </a:bodyPr>
            <a:lstStyle/>
            <a:p>
              <a:pPr>
                <a:lnSpc>
                  <a:spcPct val="90000"/>
                </a:lnSpc>
                <a:buClr>
                  <a:schemeClr val="lt1"/>
                </a:buClr>
                <a:buSzPct val="25000"/>
              </a:pPr>
              <a:r>
                <a:rPr lang="en" sz="4267">
                  <a:solidFill>
                    <a:schemeClr val="lt1"/>
                  </a:solidFill>
                  <a:latin typeface="Arial"/>
                  <a:ea typeface="Arial"/>
                  <a:cs typeface="Arial"/>
                  <a:sym typeface="Arial"/>
                </a:rPr>
                <a:t>Portability</a:t>
              </a:r>
            </a:p>
            <a:p>
              <a:pPr marL="304792" lvl="1" indent="-304792">
                <a:lnSpc>
                  <a:spcPct val="90000"/>
                </a:lnSpc>
                <a:spcBef>
                  <a:spcPts val="1493"/>
                </a:spcBef>
                <a:buClr>
                  <a:schemeClr val="lt1"/>
                </a:buClr>
                <a:buSzPct val="100000"/>
                <a:buFont typeface="Arial"/>
                <a:buChar char="•"/>
              </a:pPr>
              <a:r>
                <a:rPr lang="en" sz="2667">
                  <a:solidFill>
                    <a:schemeClr val="lt1"/>
                  </a:solidFill>
                  <a:latin typeface="Arial"/>
                  <a:ea typeface="Arial"/>
                  <a:cs typeface="Arial"/>
                  <a:sym typeface="Arial"/>
                </a:rPr>
                <a:t>Less dependencies between process layers = ability to move between infrastructure</a:t>
              </a:r>
            </a:p>
          </p:txBody>
        </p:sp>
        <p:sp>
          <p:nvSpPr>
            <p:cNvPr id="896" name="Shape 896"/>
            <p:cNvSpPr/>
            <p:nvPr/>
          </p:nvSpPr>
          <p:spPr>
            <a:xfrm rot="-5400000">
              <a:off x="5429407" y="396385"/>
              <a:ext cx="3501957" cy="2709186"/>
            </a:xfrm>
            <a:prstGeom prst="flowChartManualOperation">
              <a:avLst/>
            </a:prstGeom>
            <a:solidFill>
              <a:srgbClr val="1188C6">
                <a:alpha val="49800"/>
              </a:srgbClr>
            </a:solidFill>
            <a:ln w="25400" cap="flat" cmpd="sng">
              <a:solidFill>
                <a:schemeClr val="lt1"/>
              </a:solidFill>
              <a:prstDash val="solid"/>
              <a:round/>
              <a:headEnd type="none" w="med" len="med"/>
              <a:tailEnd type="none" w="med" len="med"/>
            </a:ln>
          </p:spPr>
          <p:txBody>
            <a:bodyPr lIns="121900" tIns="121900" rIns="121900" bIns="121900" anchor="ctr" anchorCtr="0">
              <a:noAutofit/>
            </a:bodyPr>
            <a:lstStyle/>
            <a:p>
              <a:endParaRPr sz="2400"/>
            </a:p>
          </p:txBody>
        </p:sp>
        <p:sp>
          <p:nvSpPr>
            <p:cNvPr id="897" name="Shape 897"/>
            <p:cNvSpPr txBox="1"/>
            <p:nvPr/>
          </p:nvSpPr>
          <p:spPr>
            <a:xfrm>
              <a:off x="5825792" y="700389"/>
              <a:ext cx="2709300" cy="2101200"/>
            </a:xfrm>
            <a:prstGeom prst="rect">
              <a:avLst/>
            </a:prstGeom>
            <a:noFill/>
            <a:ln>
              <a:noFill/>
            </a:ln>
          </p:spPr>
          <p:txBody>
            <a:bodyPr lIns="270933" tIns="0" rIns="270933" bIns="0" anchor="t" anchorCtr="0">
              <a:noAutofit/>
            </a:bodyPr>
            <a:lstStyle/>
            <a:p>
              <a:pPr>
                <a:lnSpc>
                  <a:spcPct val="90000"/>
                </a:lnSpc>
                <a:buClr>
                  <a:schemeClr val="lt1"/>
                </a:buClr>
                <a:buSzPct val="25000"/>
              </a:pPr>
              <a:r>
                <a:rPr lang="en" sz="4267">
                  <a:solidFill>
                    <a:schemeClr val="lt1"/>
                  </a:solidFill>
                  <a:latin typeface="Arial"/>
                  <a:ea typeface="Arial"/>
                  <a:cs typeface="Arial"/>
                  <a:sym typeface="Arial"/>
                </a:rPr>
                <a:t>Efficiency</a:t>
              </a:r>
            </a:p>
            <a:p>
              <a:pPr marL="304792" lvl="1" indent="-304792">
                <a:lnSpc>
                  <a:spcPct val="90000"/>
                </a:lnSpc>
                <a:spcBef>
                  <a:spcPts val="1493"/>
                </a:spcBef>
                <a:buClr>
                  <a:schemeClr val="lt1"/>
                </a:buClr>
                <a:buSzPct val="100000"/>
                <a:buFont typeface="Arial"/>
                <a:buChar char="•"/>
              </a:pPr>
              <a:r>
                <a:rPr lang="en" sz="2667">
                  <a:solidFill>
                    <a:schemeClr val="lt1"/>
                  </a:solidFill>
                  <a:latin typeface="Arial"/>
                  <a:ea typeface="Arial"/>
                  <a:cs typeface="Arial"/>
                  <a:sym typeface="Arial"/>
                </a:rPr>
                <a:t>Less OS overhead</a:t>
              </a:r>
            </a:p>
            <a:p>
              <a:pPr marL="304792" lvl="1" indent="-304792">
                <a:lnSpc>
                  <a:spcPct val="90000"/>
                </a:lnSpc>
                <a:spcBef>
                  <a:spcPts val="400"/>
                </a:spcBef>
                <a:buClr>
                  <a:schemeClr val="lt1"/>
                </a:buClr>
                <a:buSzPct val="100000"/>
                <a:buFont typeface="Arial"/>
                <a:buChar char="•"/>
              </a:pPr>
              <a:r>
                <a:rPr lang="en" sz="2667">
                  <a:solidFill>
                    <a:schemeClr val="lt1"/>
                  </a:solidFill>
                  <a:latin typeface="Arial"/>
                  <a:ea typeface="Arial"/>
                  <a:cs typeface="Arial"/>
                  <a:sym typeface="Arial"/>
                </a:rPr>
                <a:t>Improved VM density</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Shape 902"/>
          <p:cNvSpPr txBox="1">
            <a:spLocks noGrp="1"/>
          </p:cNvSpPr>
          <p:nvPr>
            <p:ph type="title"/>
          </p:nvPr>
        </p:nvSpPr>
        <p:spPr>
          <a:xfrm>
            <a:off x="95483" y="2841674"/>
            <a:ext cx="11525200" cy="1885072"/>
          </a:xfrm>
          <a:prstGeom prst="rect">
            <a:avLst/>
          </a:prstGeom>
        </p:spPr>
        <p:txBody>
          <a:bodyPr vert="horz" lIns="121900" tIns="121900" rIns="121900" bIns="121900" rtlCol="0" anchor="ctr" anchorCtr="0">
            <a:noAutofit/>
          </a:bodyPr>
          <a:lstStyle/>
          <a:p>
            <a:pPr algn="ctr"/>
            <a:endParaRPr sz="4400" dirty="0">
              <a:solidFill>
                <a:schemeClr val="tx1"/>
              </a:solidFill>
            </a:endParaRPr>
          </a:p>
          <a:p>
            <a:pPr algn="ctr"/>
            <a:endParaRPr sz="4400" dirty="0">
              <a:solidFill>
                <a:schemeClr val="tx1"/>
              </a:solidFill>
            </a:endParaRPr>
          </a:p>
          <a:p>
            <a:pPr algn="ctr"/>
            <a:r>
              <a:rPr lang="en" sz="4400" dirty="0">
                <a:solidFill>
                  <a:schemeClr val="tx1"/>
                </a:solidFill>
              </a:rPr>
              <a:t>Container Solutions &amp; Landscape</a:t>
            </a:r>
          </a:p>
          <a:p>
            <a:pPr algn="ctr"/>
            <a:endParaRPr sz="4400" dirty="0">
              <a:solidFill>
                <a:schemeClr val="tx1"/>
              </a:solidFill>
            </a:endParaRPr>
          </a:p>
          <a:p>
            <a:pPr algn="ctr"/>
            <a:endParaRPr sz="4400" dirty="0">
              <a:solidFill>
                <a:schemeClr val="tx1"/>
              </a:solidFill>
            </a:endParaRPr>
          </a:p>
        </p:txBody>
      </p:sp>
      <p:pic>
        <p:nvPicPr>
          <p:cNvPr id="903" name="Shape 903" descr="docker1.png"/>
          <p:cNvPicPr preferRelativeResize="0"/>
          <p:nvPr/>
        </p:nvPicPr>
        <p:blipFill>
          <a:blip r:embed="rId3">
            <a:alphaModFix/>
          </a:blip>
          <a:stretch>
            <a:fillRect/>
          </a:stretch>
        </p:blipFill>
        <p:spPr>
          <a:xfrm>
            <a:off x="4663199" y="4387882"/>
            <a:ext cx="2389767" cy="1302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Shape 909"/>
          <p:cNvSpPr txBox="1">
            <a:spLocks noGrp="1"/>
          </p:cNvSpPr>
          <p:nvPr>
            <p:ph type="title"/>
          </p:nvPr>
        </p:nvSpPr>
        <p:spPr>
          <a:xfrm>
            <a:off x="323850" y="277309"/>
            <a:ext cx="11525249" cy="817560"/>
          </a:xfrm>
          <a:prstGeom prst="rect">
            <a:avLst/>
          </a:prstGeom>
          <a:noFill/>
          <a:ln>
            <a:noFill/>
          </a:ln>
        </p:spPr>
        <p:txBody>
          <a:bodyPr vert="horz" lIns="121900" tIns="121900" rIns="121900" bIns="121900" rtlCol="0" anchor="ctr" anchorCtr="0">
            <a:noAutofit/>
          </a:bodyPr>
          <a:lstStyle/>
          <a:p>
            <a:pPr>
              <a:spcBef>
                <a:spcPts val="0"/>
              </a:spcBef>
              <a:buClr>
                <a:schemeClr val="dk2"/>
              </a:buClr>
              <a:buSzPct val="25000"/>
            </a:pPr>
            <a:r>
              <a:rPr lang="en" sz="4267" dirty="0">
                <a:solidFill>
                  <a:schemeClr val="tx1"/>
                </a:solidFill>
                <a:latin typeface="Arial"/>
                <a:ea typeface="Arial"/>
                <a:cs typeface="Arial"/>
                <a:sym typeface="Arial"/>
              </a:rPr>
              <a:t>Docker Basics</a:t>
            </a:r>
          </a:p>
        </p:txBody>
      </p:sp>
      <p:sp>
        <p:nvSpPr>
          <p:cNvPr id="910" name="Shape 910"/>
          <p:cNvSpPr txBox="1">
            <a:spLocks noGrp="1"/>
          </p:cNvSpPr>
          <p:nvPr>
            <p:ph type="body" idx="1"/>
          </p:nvPr>
        </p:nvSpPr>
        <p:spPr>
          <a:xfrm>
            <a:off x="1444977" y="1224839"/>
            <a:ext cx="10498667" cy="5240693"/>
          </a:xfrm>
          <a:prstGeom prst="rect">
            <a:avLst/>
          </a:prstGeom>
          <a:noFill/>
          <a:ln>
            <a:noFill/>
          </a:ln>
        </p:spPr>
        <p:txBody>
          <a:bodyPr vert="horz" lIns="121900" tIns="121900" rIns="121900" bIns="121900" rtlCol="0" anchor="t" anchorCtr="0">
            <a:noAutofit/>
          </a:bodyPr>
          <a:lstStyle/>
          <a:p>
            <a:pPr marL="0" indent="0">
              <a:spcBef>
                <a:spcPts val="0"/>
              </a:spcBef>
              <a:buClr>
                <a:schemeClr val="accent5"/>
              </a:buClr>
              <a:buSzPct val="25000"/>
              <a:buNone/>
            </a:pPr>
            <a:r>
              <a:rPr lang="en" sz="1867" b="1" dirty="0">
                <a:latin typeface="Arial"/>
                <a:ea typeface="Arial"/>
                <a:cs typeface="Arial"/>
                <a:sym typeface="Arial"/>
              </a:rPr>
              <a:t>Image</a:t>
            </a:r>
          </a:p>
          <a:p>
            <a:pPr marL="0" indent="0">
              <a:spcBef>
                <a:spcPts val="533"/>
              </a:spcBef>
              <a:buClr>
                <a:schemeClr val="accent5"/>
              </a:buClr>
              <a:buSzPct val="25000"/>
              <a:buNone/>
            </a:pPr>
            <a:r>
              <a:rPr lang="en" sz="1867" dirty="0">
                <a:latin typeface="Arial"/>
                <a:ea typeface="Arial"/>
                <a:cs typeface="Arial"/>
                <a:sym typeface="Arial"/>
              </a:rPr>
              <a:t>The basis of a Docker container.  The content at rest.</a:t>
            </a:r>
          </a:p>
          <a:p>
            <a:pPr marL="0" indent="0">
              <a:spcBef>
                <a:spcPts val="533"/>
              </a:spcBef>
              <a:buClr>
                <a:schemeClr val="accent5"/>
              </a:buClr>
              <a:buSzPct val="25000"/>
              <a:buNone/>
            </a:pPr>
            <a:endParaRPr sz="1867" dirty="0">
              <a:latin typeface="Arial"/>
              <a:ea typeface="Arial"/>
              <a:cs typeface="Arial"/>
              <a:sym typeface="Arial"/>
            </a:endParaRPr>
          </a:p>
          <a:p>
            <a:pPr marL="0" indent="0">
              <a:spcBef>
                <a:spcPts val="533"/>
              </a:spcBef>
              <a:buClr>
                <a:schemeClr val="accent5"/>
              </a:buClr>
              <a:buSzPct val="25000"/>
              <a:buNone/>
            </a:pPr>
            <a:r>
              <a:rPr lang="en" sz="1867" b="1" dirty="0">
                <a:latin typeface="Arial"/>
                <a:ea typeface="Arial"/>
                <a:cs typeface="Arial"/>
                <a:sym typeface="Arial"/>
              </a:rPr>
              <a:t>Container</a:t>
            </a:r>
          </a:p>
          <a:p>
            <a:pPr marL="0" indent="0">
              <a:spcBef>
                <a:spcPts val="533"/>
              </a:spcBef>
              <a:buClr>
                <a:schemeClr val="accent5"/>
              </a:buClr>
              <a:buSzPct val="25000"/>
              <a:buNone/>
            </a:pPr>
            <a:r>
              <a:rPr lang="en" sz="1867" dirty="0">
                <a:latin typeface="Arial"/>
                <a:ea typeface="Arial"/>
                <a:cs typeface="Arial"/>
                <a:sym typeface="Arial"/>
              </a:rPr>
              <a:t>The image when it is ‘running.’ The standard unit for app service</a:t>
            </a:r>
          </a:p>
          <a:p>
            <a:pPr marL="0" indent="0">
              <a:spcBef>
                <a:spcPts val="533"/>
              </a:spcBef>
              <a:buClr>
                <a:schemeClr val="accent5"/>
              </a:buClr>
              <a:buSzPct val="25000"/>
              <a:buNone/>
            </a:pPr>
            <a:endParaRPr sz="1867" b="1" dirty="0">
              <a:latin typeface="Arial"/>
              <a:ea typeface="Arial"/>
              <a:cs typeface="Arial"/>
              <a:sym typeface="Arial"/>
            </a:endParaRPr>
          </a:p>
          <a:p>
            <a:pPr marL="0" indent="0">
              <a:spcBef>
                <a:spcPts val="533"/>
              </a:spcBef>
              <a:buClr>
                <a:schemeClr val="accent5"/>
              </a:buClr>
              <a:buSzPct val="25000"/>
              <a:buNone/>
            </a:pPr>
            <a:r>
              <a:rPr lang="en" sz="1867" b="1" dirty="0">
                <a:latin typeface="Arial"/>
                <a:ea typeface="Arial"/>
                <a:cs typeface="Arial"/>
                <a:sym typeface="Arial"/>
              </a:rPr>
              <a:t>Engine </a:t>
            </a:r>
          </a:p>
          <a:p>
            <a:pPr marL="0" indent="0">
              <a:spcBef>
                <a:spcPts val="533"/>
              </a:spcBef>
              <a:buClr>
                <a:schemeClr val="accent5"/>
              </a:buClr>
              <a:buSzPct val="25000"/>
              <a:buNone/>
            </a:pPr>
            <a:r>
              <a:rPr lang="en" sz="1867" dirty="0">
                <a:latin typeface="Arial"/>
                <a:ea typeface="Arial"/>
                <a:cs typeface="Arial"/>
                <a:sym typeface="Arial"/>
              </a:rPr>
              <a:t>The software that executes commands for containers.  Networking and volumes are part of Engine. Can be clustered together.</a:t>
            </a:r>
          </a:p>
          <a:p>
            <a:pPr marL="0" indent="0">
              <a:spcBef>
                <a:spcPts val="533"/>
              </a:spcBef>
              <a:buClr>
                <a:schemeClr val="accent5"/>
              </a:buClr>
              <a:buSzPct val="25000"/>
              <a:buNone/>
            </a:pPr>
            <a:endParaRPr sz="1867" b="1" dirty="0">
              <a:latin typeface="Arial"/>
              <a:ea typeface="Arial"/>
              <a:cs typeface="Arial"/>
              <a:sym typeface="Arial"/>
            </a:endParaRPr>
          </a:p>
          <a:p>
            <a:pPr marL="0" indent="0">
              <a:spcBef>
                <a:spcPts val="533"/>
              </a:spcBef>
              <a:buClr>
                <a:schemeClr val="accent5"/>
              </a:buClr>
              <a:buSzPct val="25000"/>
              <a:buNone/>
            </a:pPr>
            <a:r>
              <a:rPr lang="en" sz="1867" b="1" dirty="0">
                <a:latin typeface="Arial"/>
                <a:ea typeface="Arial"/>
                <a:cs typeface="Arial"/>
                <a:sym typeface="Arial"/>
              </a:rPr>
              <a:t>Registry </a:t>
            </a:r>
          </a:p>
          <a:p>
            <a:pPr marL="0" indent="0">
              <a:spcBef>
                <a:spcPts val="533"/>
              </a:spcBef>
              <a:buClr>
                <a:schemeClr val="accent5"/>
              </a:buClr>
              <a:buSzPct val="25000"/>
              <a:buNone/>
            </a:pPr>
            <a:r>
              <a:rPr lang="en" sz="1867" dirty="0">
                <a:latin typeface="Arial"/>
                <a:ea typeface="Arial"/>
                <a:cs typeface="Arial"/>
                <a:sym typeface="Arial"/>
              </a:rPr>
              <a:t>Stores, distributes and manages Docker images</a:t>
            </a:r>
          </a:p>
          <a:p>
            <a:pPr marL="0" indent="0">
              <a:spcBef>
                <a:spcPts val="533"/>
              </a:spcBef>
              <a:buClr>
                <a:schemeClr val="accent5"/>
              </a:buClr>
              <a:buSzPct val="25000"/>
              <a:buNone/>
            </a:pPr>
            <a:endParaRPr sz="1867" dirty="0">
              <a:latin typeface="Arial"/>
              <a:ea typeface="Arial"/>
              <a:cs typeface="Arial"/>
              <a:sym typeface="Arial"/>
            </a:endParaRPr>
          </a:p>
          <a:p>
            <a:pPr marL="0" indent="0">
              <a:spcBef>
                <a:spcPts val="533"/>
              </a:spcBef>
              <a:buClr>
                <a:schemeClr val="accent5"/>
              </a:buClr>
              <a:buSzPct val="25000"/>
              <a:buNone/>
            </a:pPr>
            <a:r>
              <a:rPr lang="en" sz="1867" b="1" dirty="0">
                <a:latin typeface="Arial"/>
                <a:ea typeface="Arial"/>
                <a:cs typeface="Arial"/>
                <a:sym typeface="Arial"/>
              </a:rPr>
              <a:t>Control Plane</a:t>
            </a:r>
          </a:p>
          <a:p>
            <a:pPr marL="0" indent="0">
              <a:spcBef>
                <a:spcPts val="533"/>
              </a:spcBef>
              <a:buClr>
                <a:schemeClr val="accent5"/>
              </a:buClr>
              <a:buSzPct val="25000"/>
              <a:buNone/>
            </a:pPr>
            <a:r>
              <a:rPr lang="en" sz="1867" dirty="0">
                <a:latin typeface="Arial"/>
                <a:ea typeface="Arial"/>
                <a:cs typeface="Arial"/>
                <a:sym typeface="Arial"/>
              </a:rPr>
              <a:t>Management plane for container and cluster orchestration</a:t>
            </a:r>
          </a:p>
        </p:txBody>
      </p:sp>
      <p:pic>
        <p:nvPicPr>
          <p:cNvPr id="911" name="Shape 911"/>
          <p:cNvPicPr preferRelativeResize="0"/>
          <p:nvPr/>
        </p:nvPicPr>
        <p:blipFill rotWithShape="1">
          <a:blip r:embed="rId3">
            <a:alphaModFix/>
          </a:blip>
          <a:srcRect/>
          <a:stretch/>
        </p:blipFill>
        <p:spPr>
          <a:xfrm>
            <a:off x="535373" y="2379041"/>
            <a:ext cx="841600" cy="841600"/>
          </a:xfrm>
          <a:prstGeom prst="rect">
            <a:avLst/>
          </a:prstGeom>
          <a:solidFill>
            <a:schemeClr val="tx1"/>
          </a:solidFill>
          <a:ln>
            <a:noFill/>
          </a:ln>
        </p:spPr>
      </p:pic>
      <p:pic>
        <p:nvPicPr>
          <p:cNvPr id="912" name="Shape 912"/>
          <p:cNvPicPr preferRelativeResize="0"/>
          <p:nvPr/>
        </p:nvPicPr>
        <p:blipFill rotWithShape="1">
          <a:blip r:embed="rId4">
            <a:alphaModFix/>
          </a:blip>
          <a:srcRect/>
          <a:stretch/>
        </p:blipFill>
        <p:spPr>
          <a:xfrm>
            <a:off x="508916" y="1317977"/>
            <a:ext cx="841600" cy="841600"/>
          </a:xfrm>
          <a:prstGeom prst="rect">
            <a:avLst/>
          </a:prstGeom>
          <a:solidFill>
            <a:schemeClr val="tx1"/>
          </a:solidFill>
          <a:ln>
            <a:noFill/>
          </a:ln>
        </p:spPr>
      </p:pic>
      <p:pic>
        <p:nvPicPr>
          <p:cNvPr id="913" name="Shape 913"/>
          <p:cNvPicPr preferRelativeResize="0"/>
          <p:nvPr/>
        </p:nvPicPr>
        <p:blipFill rotWithShape="1">
          <a:blip r:embed="rId5">
            <a:alphaModFix/>
          </a:blip>
          <a:srcRect/>
          <a:stretch/>
        </p:blipFill>
        <p:spPr>
          <a:xfrm>
            <a:off x="508917" y="3458467"/>
            <a:ext cx="920892" cy="920892"/>
          </a:xfrm>
          <a:prstGeom prst="rect">
            <a:avLst/>
          </a:prstGeom>
          <a:solidFill>
            <a:schemeClr val="tx1"/>
          </a:solidFill>
          <a:ln>
            <a:noFill/>
          </a:ln>
        </p:spPr>
      </p:pic>
      <p:pic>
        <p:nvPicPr>
          <p:cNvPr id="914" name="Shape 914"/>
          <p:cNvPicPr preferRelativeResize="0"/>
          <p:nvPr/>
        </p:nvPicPr>
        <p:blipFill rotWithShape="1">
          <a:blip r:embed="rId6">
            <a:alphaModFix/>
          </a:blip>
          <a:srcRect/>
          <a:stretch/>
        </p:blipFill>
        <p:spPr>
          <a:xfrm>
            <a:off x="537907" y="4709885"/>
            <a:ext cx="841600" cy="841600"/>
          </a:xfrm>
          <a:prstGeom prst="rect">
            <a:avLst/>
          </a:prstGeom>
          <a:solidFill>
            <a:schemeClr val="tx1"/>
          </a:solidFill>
          <a:ln>
            <a:noFill/>
          </a:ln>
        </p:spPr>
      </p:pic>
      <p:pic>
        <p:nvPicPr>
          <p:cNvPr id="915" name="Shape 915"/>
          <p:cNvPicPr preferRelativeResize="0"/>
          <p:nvPr/>
        </p:nvPicPr>
        <p:blipFill rotWithShape="1">
          <a:blip r:embed="rId7">
            <a:alphaModFix/>
          </a:blip>
          <a:srcRect/>
          <a:stretch/>
        </p:blipFill>
        <p:spPr>
          <a:xfrm>
            <a:off x="693447" y="5911186"/>
            <a:ext cx="582167" cy="472988"/>
          </a:xfrm>
          <a:prstGeom prst="rect">
            <a:avLst/>
          </a:prstGeom>
          <a:solidFill>
            <a:schemeClr val="tx1"/>
          </a:solid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Shape 1048"/>
          <p:cNvSpPr txBox="1">
            <a:spLocks noGrp="1"/>
          </p:cNvSpPr>
          <p:nvPr>
            <p:ph type="body" idx="1"/>
          </p:nvPr>
        </p:nvSpPr>
        <p:spPr>
          <a:xfrm>
            <a:off x="336767" y="158967"/>
            <a:ext cx="11394800" cy="1901999"/>
          </a:xfrm>
          <a:prstGeom prst="rect">
            <a:avLst/>
          </a:prstGeom>
          <a:noFill/>
          <a:ln>
            <a:noFill/>
          </a:ln>
        </p:spPr>
        <p:txBody>
          <a:bodyPr vert="horz" lIns="121900" tIns="60933" rIns="121900" bIns="60933" rtlCol="0" anchor="ctr" anchorCtr="0">
            <a:noAutofit/>
          </a:bodyPr>
          <a:lstStyle/>
          <a:p>
            <a:pPr>
              <a:spcBef>
                <a:spcPts val="0"/>
              </a:spcBef>
              <a:buSzPct val="25000"/>
            </a:pPr>
            <a:r>
              <a:rPr lang="en" sz="4267" b="0">
                <a:latin typeface="Arial"/>
                <a:ea typeface="Arial"/>
                <a:cs typeface="Arial"/>
                <a:sym typeface="Arial"/>
              </a:rPr>
              <a:t>Building a Software Supply Chain</a:t>
            </a:r>
          </a:p>
        </p:txBody>
      </p:sp>
      <p:cxnSp>
        <p:nvCxnSpPr>
          <p:cNvPr id="1049" name="Shape 1049"/>
          <p:cNvCxnSpPr/>
          <p:nvPr/>
        </p:nvCxnSpPr>
        <p:spPr>
          <a:xfrm rot="10800000">
            <a:off x="3276068" y="3252845"/>
            <a:ext cx="2194560" cy="0"/>
          </a:xfrm>
          <a:prstGeom prst="straightConnector1">
            <a:avLst/>
          </a:prstGeom>
          <a:noFill/>
          <a:ln w="19050" cap="flat" cmpd="sng">
            <a:solidFill>
              <a:srgbClr val="A9B4BC"/>
            </a:solidFill>
            <a:prstDash val="solid"/>
            <a:round/>
            <a:headEnd type="triangle" w="lg" len="lg"/>
            <a:tailEnd type="triangle" w="lg" len="lg"/>
          </a:ln>
        </p:spPr>
      </p:cxnSp>
      <p:cxnSp>
        <p:nvCxnSpPr>
          <p:cNvPr id="1050" name="Shape 1050"/>
          <p:cNvCxnSpPr/>
          <p:nvPr/>
        </p:nvCxnSpPr>
        <p:spPr>
          <a:xfrm rot="10800000">
            <a:off x="7134215" y="3255500"/>
            <a:ext cx="2560319" cy="0"/>
          </a:xfrm>
          <a:prstGeom prst="straightConnector1">
            <a:avLst/>
          </a:prstGeom>
          <a:noFill/>
          <a:ln w="19050" cap="flat" cmpd="sng">
            <a:solidFill>
              <a:srgbClr val="A9B4BC"/>
            </a:solidFill>
            <a:prstDash val="solid"/>
            <a:round/>
            <a:headEnd type="triangle" w="lg" len="lg"/>
            <a:tailEnd type="triangle" w="lg" len="lg"/>
          </a:ln>
        </p:spPr>
      </p:cxnSp>
      <p:cxnSp>
        <p:nvCxnSpPr>
          <p:cNvPr id="1051" name="Shape 1051"/>
          <p:cNvCxnSpPr/>
          <p:nvPr/>
        </p:nvCxnSpPr>
        <p:spPr>
          <a:xfrm>
            <a:off x="10049856" y="3707286"/>
            <a:ext cx="0" cy="243839"/>
          </a:xfrm>
          <a:prstGeom prst="straightConnector1">
            <a:avLst/>
          </a:prstGeom>
          <a:noFill/>
          <a:ln w="19050" cap="flat" cmpd="sng">
            <a:solidFill>
              <a:srgbClr val="A9B4BC"/>
            </a:solidFill>
            <a:prstDash val="solid"/>
            <a:miter/>
            <a:headEnd type="none" w="med" len="med"/>
            <a:tailEnd type="none" w="med" len="med"/>
          </a:ln>
        </p:spPr>
      </p:cxnSp>
      <p:sp>
        <p:nvSpPr>
          <p:cNvPr id="1052" name="Shape 1052"/>
          <p:cNvSpPr txBox="1"/>
          <p:nvPr/>
        </p:nvSpPr>
        <p:spPr>
          <a:xfrm>
            <a:off x="5708926" y="3509051"/>
            <a:ext cx="1274823" cy="342967"/>
          </a:xfrm>
          <a:prstGeom prst="rect">
            <a:avLst/>
          </a:prstGeom>
          <a:noFill/>
          <a:ln>
            <a:noFill/>
          </a:ln>
        </p:spPr>
        <p:txBody>
          <a:bodyPr lIns="121900" tIns="60933" rIns="121900" bIns="60933" anchor="t" anchorCtr="0">
            <a:noAutofit/>
          </a:bodyPr>
          <a:lstStyle/>
          <a:p>
            <a:pPr algn="ctr">
              <a:buClr>
                <a:srgbClr val="7F7F7F"/>
              </a:buClr>
              <a:buSzPct val="25000"/>
            </a:pPr>
            <a:r>
              <a:rPr lang="en" sz="1067" b="1" dirty="0">
                <a:latin typeface="Arial"/>
                <a:ea typeface="Arial"/>
                <a:cs typeface="Arial"/>
                <a:sym typeface="Arial"/>
              </a:rPr>
              <a:t>Image Registry</a:t>
            </a:r>
          </a:p>
        </p:txBody>
      </p:sp>
      <p:grpSp>
        <p:nvGrpSpPr>
          <p:cNvPr id="1053" name="Shape 1053"/>
          <p:cNvGrpSpPr/>
          <p:nvPr/>
        </p:nvGrpSpPr>
        <p:grpSpPr>
          <a:xfrm>
            <a:off x="9001777" y="3937651"/>
            <a:ext cx="2114939" cy="550272"/>
            <a:chOff x="8887917" y="3705005"/>
            <a:chExt cx="1746589" cy="429845"/>
          </a:xfrm>
        </p:grpSpPr>
        <p:cxnSp>
          <p:nvCxnSpPr>
            <p:cNvPr id="1054" name="Shape 1054"/>
            <p:cNvCxnSpPr/>
            <p:nvPr/>
          </p:nvCxnSpPr>
          <p:spPr>
            <a:xfrm>
              <a:off x="8887917" y="3712623"/>
              <a:ext cx="1746589" cy="0"/>
            </a:xfrm>
            <a:prstGeom prst="straightConnector1">
              <a:avLst/>
            </a:prstGeom>
            <a:noFill/>
            <a:ln w="19050" cap="flat" cmpd="sng">
              <a:solidFill>
                <a:srgbClr val="A9B4BC"/>
              </a:solidFill>
              <a:prstDash val="solid"/>
              <a:miter/>
              <a:headEnd type="none" w="med" len="med"/>
              <a:tailEnd type="none" w="med" len="med"/>
            </a:ln>
          </p:spPr>
        </p:cxnSp>
        <p:cxnSp>
          <p:nvCxnSpPr>
            <p:cNvPr id="1055" name="Shape 1055"/>
            <p:cNvCxnSpPr/>
            <p:nvPr/>
          </p:nvCxnSpPr>
          <p:spPr>
            <a:xfrm>
              <a:off x="8887917" y="3705005"/>
              <a:ext cx="0" cy="429845"/>
            </a:xfrm>
            <a:prstGeom prst="straightConnector1">
              <a:avLst/>
            </a:prstGeom>
            <a:noFill/>
            <a:ln w="19050" cap="flat" cmpd="sng">
              <a:solidFill>
                <a:srgbClr val="A9B4BC"/>
              </a:solidFill>
              <a:prstDash val="solid"/>
              <a:miter/>
              <a:headEnd type="none" w="med" len="med"/>
              <a:tailEnd type="triangle" w="lg" len="lg"/>
            </a:ln>
          </p:spPr>
        </p:cxnSp>
        <p:cxnSp>
          <p:nvCxnSpPr>
            <p:cNvPr id="1056" name="Shape 1056"/>
            <p:cNvCxnSpPr/>
            <p:nvPr/>
          </p:nvCxnSpPr>
          <p:spPr>
            <a:xfrm>
              <a:off x="10626639" y="3705005"/>
              <a:ext cx="0" cy="429845"/>
            </a:xfrm>
            <a:prstGeom prst="straightConnector1">
              <a:avLst/>
            </a:prstGeom>
            <a:noFill/>
            <a:ln w="19050" cap="flat" cmpd="sng">
              <a:solidFill>
                <a:srgbClr val="A9B4BC"/>
              </a:solidFill>
              <a:prstDash val="solid"/>
              <a:miter/>
              <a:headEnd type="none" w="med" len="med"/>
              <a:tailEnd type="triangle" w="lg" len="lg"/>
            </a:ln>
          </p:spPr>
        </p:cxnSp>
      </p:grpSp>
      <p:cxnSp>
        <p:nvCxnSpPr>
          <p:cNvPr id="1057" name="Shape 1057"/>
          <p:cNvCxnSpPr/>
          <p:nvPr/>
        </p:nvCxnSpPr>
        <p:spPr>
          <a:xfrm>
            <a:off x="3856767" y="3262689"/>
            <a:ext cx="0" cy="1171391"/>
          </a:xfrm>
          <a:prstGeom prst="straightConnector1">
            <a:avLst/>
          </a:prstGeom>
          <a:noFill/>
          <a:ln w="19050" cap="flat" cmpd="sng">
            <a:solidFill>
              <a:srgbClr val="A9B4BC"/>
            </a:solidFill>
            <a:prstDash val="solid"/>
            <a:round/>
            <a:headEnd type="none" w="med" len="med"/>
            <a:tailEnd type="none" w="med" len="med"/>
          </a:ln>
        </p:spPr>
      </p:cxnSp>
      <p:cxnSp>
        <p:nvCxnSpPr>
          <p:cNvPr id="1058" name="Shape 1058"/>
          <p:cNvCxnSpPr/>
          <p:nvPr/>
        </p:nvCxnSpPr>
        <p:spPr>
          <a:xfrm rot="10800000">
            <a:off x="3276067" y="4420625"/>
            <a:ext cx="587044" cy="0"/>
          </a:xfrm>
          <a:prstGeom prst="straightConnector1">
            <a:avLst/>
          </a:prstGeom>
          <a:noFill/>
          <a:ln w="19050" cap="flat" cmpd="sng">
            <a:solidFill>
              <a:srgbClr val="A9B4BC"/>
            </a:solidFill>
            <a:prstDash val="solid"/>
            <a:round/>
            <a:headEnd type="none" w="med" len="med"/>
            <a:tailEnd type="triangle" w="lg" len="lg"/>
          </a:ln>
        </p:spPr>
      </p:cxnSp>
      <p:grpSp>
        <p:nvGrpSpPr>
          <p:cNvPr id="1059" name="Shape 1059"/>
          <p:cNvGrpSpPr/>
          <p:nvPr/>
        </p:nvGrpSpPr>
        <p:grpSpPr>
          <a:xfrm>
            <a:off x="6068919" y="3002163"/>
            <a:ext cx="472651" cy="468007"/>
            <a:chOff x="4114996" y="2072304"/>
            <a:chExt cx="475089" cy="470421"/>
          </a:xfrm>
        </p:grpSpPr>
        <p:sp>
          <p:nvSpPr>
            <p:cNvPr id="1060" name="Shape 1060"/>
            <p:cNvSpPr/>
            <p:nvPr/>
          </p:nvSpPr>
          <p:spPr>
            <a:xfrm>
              <a:off x="4154932" y="2096816"/>
              <a:ext cx="114147" cy="131239"/>
            </a:xfrm>
            <a:prstGeom prst="rect">
              <a:avLst/>
            </a:prstGeom>
            <a:solidFill>
              <a:schemeClr val="lt1"/>
            </a:solidFill>
            <a:ln w="19050" cap="flat" cmpd="sng">
              <a:solidFill>
                <a:schemeClr val="dk2"/>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2400">
                <a:solidFill>
                  <a:srgbClr val="FFFFFF"/>
                </a:solidFill>
                <a:latin typeface="Comfortaa"/>
                <a:ea typeface="Comfortaa"/>
                <a:cs typeface="Comfortaa"/>
                <a:sym typeface="Comfortaa"/>
              </a:endParaRPr>
            </a:p>
          </p:txBody>
        </p:sp>
        <p:sp>
          <p:nvSpPr>
            <p:cNvPr id="1061" name="Shape 1061"/>
            <p:cNvSpPr/>
            <p:nvPr/>
          </p:nvSpPr>
          <p:spPr>
            <a:xfrm>
              <a:off x="4350594" y="2091875"/>
              <a:ext cx="188280" cy="131239"/>
            </a:xfrm>
            <a:prstGeom prst="rect">
              <a:avLst/>
            </a:prstGeom>
            <a:solidFill>
              <a:schemeClr val="lt1"/>
            </a:solidFill>
            <a:ln w="19050" cap="flat" cmpd="sng">
              <a:solidFill>
                <a:schemeClr val="dk2"/>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2400">
                <a:solidFill>
                  <a:srgbClr val="FFFFFF"/>
                </a:solidFill>
                <a:latin typeface="Comfortaa"/>
                <a:ea typeface="Comfortaa"/>
                <a:cs typeface="Comfortaa"/>
                <a:sym typeface="Comfortaa"/>
              </a:endParaRPr>
            </a:p>
          </p:txBody>
        </p:sp>
        <p:grpSp>
          <p:nvGrpSpPr>
            <p:cNvPr id="1062" name="Shape 1062"/>
            <p:cNvGrpSpPr/>
            <p:nvPr/>
          </p:nvGrpSpPr>
          <p:grpSpPr>
            <a:xfrm>
              <a:off x="4114996" y="2072304"/>
              <a:ext cx="475089" cy="470421"/>
              <a:chOff x="4343297" y="2377595"/>
              <a:chExt cx="394170" cy="390297"/>
            </a:xfrm>
          </p:grpSpPr>
          <p:sp>
            <p:nvSpPr>
              <p:cNvPr id="1063" name="Shape 1063"/>
              <p:cNvSpPr/>
              <p:nvPr/>
            </p:nvSpPr>
            <p:spPr>
              <a:xfrm>
                <a:off x="4394091" y="2518683"/>
                <a:ext cx="278486" cy="176502"/>
              </a:xfrm>
              <a:prstGeom prst="rect">
                <a:avLst/>
              </a:prstGeom>
              <a:solidFill>
                <a:schemeClr val="lt1"/>
              </a:solidFill>
              <a:ln w="19050" cap="flat" cmpd="sng">
                <a:solidFill>
                  <a:schemeClr val="dk2"/>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rgbClr val="FFFFFF"/>
                  </a:solidFill>
                  <a:latin typeface="Comfortaa"/>
                  <a:ea typeface="Comfortaa"/>
                  <a:cs typeface="Comfortaa"/>
                  <a:sym typeface="Comfortaa"/>
                </a:endParaRPr>
              </a:p>
            </p:txBody>
          </p:sp>
          <p:grpSp>
            <p:nvGrpSpPr>
              <p:cNvPr id="1064" name="Shape 1064"/>
              <p:cNvGrpSpPr/>
              <p:nvPr/>
            </p:nvGrpSpPr>
            <p:grpSpPr>
              <a:xfrm>
                <a:off x="4343297" y="2377595"/>
                <a:ext cx="394170" cy="390297"/>
                <a:chOff x="620712" y="2868613"/>
                <a:chExt cx="646112" cy="639762"/>
              </a:xfrm>
            </p:grpSpPr>
            <p:sp>
              <p:nvSpPr>
                <p:cNvPr id="1065" name="Shape 1065"/>
                <p:cNvSpPr/>
                <p:nvPr/>
              </p:nvSpPr>
              <p:spPr>
                <a:xfrm>
                  <a:off x="620712" y="2868613"/>
                  <a:ext cx="646112" cy="639762"/>
                </a:xfrm>
                <a:custGeom>
                  <a:avLst/>
                  <a:gdLst/>
                  <a:ahLst/>
                  <a:cxnLst/>
                  <a:rect l="0" t="0" r="0" b="0"/>
                  <a:pathLst>
                    <a:path w="120000" h="120000" extrusionOk="0">
                      <a:moveTo>
                        <a:pt x="18461" y="49655"/>
                      </a:moveTo>
                      <a:cubicBezTo>
                        <a:pt x="18461" y="84827"/>
                        <a:pt x="18461" y="84827"/>
                        <a:pt x="18461" y="84827"/>
                      </a:cubicBezTo>
                      <a:cubicBezTo>
                        <a:pt x="18461" y="84827"/>
                        <a:pt x="18461" y="84827"/>
                        <a:pt x="18461" y="84827"/>
                      </a:cubicBezTo>
                      <a:cubicBezTo>
                        <a:pt x="100512" y="84827"/>
                        <a:pt x="100512" y="84827"/>
                        <a:pt x="100512" y="84827"/>
                      </a:cubicBezTo>
                      <a:cubicBezTo>
                        <a:pt x="100512" y="49655"/>
                        <a:pt x="100512" y="49655"/>
                        <a:pt x="100512" y="49655"/>
                      </a:cubicBezTo>
                      <a:lnTo>
                        <a:pt x="18461" y="49655"/>
                      </a:lnTo>
                      <a:close/>
                      <a:moveTo>
                        <a:pt x="18461" y="34137"/>
                      </a:moveTo>
                      <a:cubicBezTo>
                        <a:pt x="18461" y="5172"/>
                        <a:pt x="18461" y="5172"/>
                        <a:pt x="18461" y="5172"/>
                      </a:cubicBezTo>
                      <a:cubicBezTo>
                        <a:pt x="18461" y="2068"/>
                        <a:pt x="16410" y="0"/>
                        <a:pt x="13333" y="0"/>
                      </a:cubicBezTo>
                      <a:cubicBezTo>
                        <a:pt x="5128" y="0"/>
                        <a:pt x="5128" y="0"/>
                        <a:pt x="5128" y="0"/>
                      </a:cubicBezTo>
                      <a:cubicBezTo>
                        <a:pt x="2051" y="0"/>
                        <a:pt x="0" y="2068"/>
                        <a:pt x="0" y="5172"/>
                      </a:cubicBezTo>
                      <a:cubicBezTo>
                        <a:pt x="0" y="115862"/>
                        <a:pt x="0" y="115862"/>
                        <a:pt x="0" y="115862"/>
                      </a:cubicBezTo>
                      <a:cubicBezTo>
                        <a:pt x="0" y="117931"/>
                        <a:pt x="2051" y="120000"/>
                        <a:pt x="5128" y="120000"/>
                      </a:cubicBezTo>
                      <a:cubicBezTo>
                        <a:pt x="13333" y="120000"/>
                        <a:pt x="13333" y="120000"/>
                        <a:pt x="13333" y="120000"/>
                      </a:cubicBezTo>
                      <a:cubicBezTo>
                        <a:pt x="16410" y="120000"/>
                        <a:pt x="18461" y="117931"/>
                        <a:pt x="18461" y="115862"/>
                      </a:cubicBezTo>
                      <a:cubicBezTo>
                        <a:pt x="18461" y="99310"/>
                        <a:pt x="18461" y="99310"/>
                        <a:pt x="18461" y="99310"/>
                      </a:cubicBezTo>
                      <a:cubicBezTo>
                        <a:pt x="100512" y="99310"/>
                        <a:pt x="100512" y="99310"/>
                        <a:pt x="100512" y="99310"/>
                      </a:cubicBezTo>
                      <a:cubicBezTo>
                        <a:pt x="100512" y="115862"/>
                        <a:pt x="100512" y="115862"/>
                        <a:pt x="100512" y="115862"/>
                      </a:cubicBezTo>
                      <a:cubicBezTo>
                        <a:pt x="100512" y="117931"/>
                        <a:pt x="103589" y="120000"/>
                        <a:pt x="106666" y="120000"/>
                      </a:cubicBezTo>
                      <a:cubicBezTo>
                        <a:pt x="114871" y="120000"/>
                        <a:pt x="114871" y="120000"/>
                        <a:pt x="114871" y="120000"/>
                      </a:cubicBezTo>
                      <a:cubicBezTo>
                        <a:pt x="117948" y="120000"/>
                        <a:pt x="120000" y="117931"/>
                        <a:pt x="120000" y="115862"/>
                      </a:cubicBezTo>
                      <a:cubicBezTo>
                        <a:pt x="120000" y="5172"/>
                        <a:pt x="120000" y="5172"/>
                        <a:pt x="120000" y="5172"/>
                      </a:cubicBezTo>
                      <a:cubicBezTo>
                        <a:pt x="120000" y="2068"/>
                        <a:pt x="117948" y="0"/>
                        <a:pt x="114871" y="0"/>
                      </a:cubicBezTo>
                      <a:cubicBezTo>
                        <a:pt x="106666" y="0"/>
                        <a:pt x="106666" y="0"/>
                        <a:pt x="106666" y="0"/>
                      </a:cubicBezTo>
                      <a:cubicBezTo>
                        <a:pt x="103589" y="0"/>
                        <a:pt x="100512" y="2068"/>
                        <a:pt x="100512" y="5172"/>
                      </a:cubicBezTo>
                      <a:cubicBezTo>
                        <a:pt x="100512" y="34137"/>
                        <a:pt x="100512" y="34137"/>
                        <a:pt x="100512" y="34137"/>
                      </a:cubicBezTo>
                      <a:lnTo>
                        <a:pt x="18461" y="34137"/>
                      </a:lnTo>
                      <a:close/>
                    </a:path>
                  </a:pathLst>
                </a:custGeom>
                <a:solidFill>
                  <a:schemeClr val="lt1"/>
                </a:solidFill>
                <a:ln w="19050" cap="flat" cmpd="sng">
                  <a:solidFill>
                    <a:schemeClr val="dk2"/>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Comfortaa"/>
                    <a:ea typeface="Comfortaa"/>
                    <a:cs typeface="Comfortaa"/>
                    <a:sym typeface="Comfortaa"/>
                  </a:endParaRPr>
                </a:p>
              </p:txBody>
            </p:sp>
            <p:sp>
              <p:nvSpPr>
                <p:cNvPr id="1066" name="Shape 1066"/>
                <p:cNvSpPr/>
                <p:nvPr/>
              </p:nvSpPr>
              <p:spPr>
                <a:xfrm>
                  <a:off x="730250" y="2901950"/>
                  <a:ext cx="100013" cy="142875"/>
                </a:xfrm>
                <a:custGeom>
                  <a:avLst/>
                  <a:gdLst/>
                  <a:ahLst/>
                  <a:cxnLst/>
                  <a:rect l="0" t="0" r="0" b="0"/>
                  <a:pathLst>
                    <a:path w="120000" h="120000" extrusionOk="0">
                      <a:moveTo>
                        <a:pt x="0" y="0"/>
                      </a:moveTo>
                      <a:cubicBezTo>
                        <a:pt x="106666" y="0"/>
                        <a:pt x="106666" y="0"/>
                        <a:pt x="106666" y="0"/>
                      </a:cubicBezTo>
                      <a:cubicBezTo>
                        <a:pt x="113333" y="0"/>
                        <a:pt x="120000" y="4615"/>
                        <a:pt x="120000" y="9230"/>
                      </a:cubicBezTo>
                      <a:cubicBezTo>
                        <a:pt x="120000" y="120000"/>
                        <a:pt x="120000" y="120000"/>
                        <a:pt x="120000" y="120000"/>
                      </a:cubicBezTo>
                    </a:path>
                  </a:pathLst>
                </a:custGeom>
                <a:solidFill>
                  <a:schemeClr val="lt1"/>
                </a:solidFill>
                <a:ln w="19050" cap="flat" cmpd="sng">
                  <a:solidFill>
                    <a:schemeClr val="dk2"/>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Comfortaa"/>
                    <a:ea typeface="Comfortaa"/>
                    <a:cs typeface="Comfortaa"/>
                    <a:sym typeface="Comfortaa"/>
                  </a:endParaRPr>
                </a:p>
              </p:txBody>
            </p:sp>
            <p:sp>
              <p:nvSpPr>
                <p:cNvPr id="1067" name="Shape 1067"/>
                <p:cNvSpPr/>
                <p:nvPr/>
              </p:nvSpPr>
              <p:spPr>
                <a:xfrm>
                  <a:off x="946150" y="2901950"/>
                  <a:ext cx="214312" cy="142875"/>
                </a:xfrm>
                <a:custGeom>
                  <a:avLst/>
                  <a:gdLst/>
                  <a:ahLst/>
                  <a:cxnLst/>
                  <a:rect l="0" t="0" r="0" b="0"/>
                  <a:pathLst>
                    <a:path w="120000" h="120000" extrusionOk="0">
                      <a:moveTo>
                        <a:pt x="0" y="120000"/>
                      </a:moveTo>
                      <a:cubicBezTo>
                        <a:pt x="0" y="9230"/>
                        <a:pt x="0" y="9230"/>
                        <a:pt x="0" y="9230"/>
                      </a:cubicBezTo>
                      <a:cubicBezTo>
                        <a:pt x="0" y="4615"/>
                        <a:pt x="3076" y="0"/>
                        <a:pt x="6153" y="0"/>
                      </a:cubicBezTo>
                      <a:cubicBezTo>
                        <a:pt x="120000" y="0"/>
                        <a:pt x="120000" y="0"/>
                        <a:pt x="120000" y="0"/>
                      </a:cubicBezTo>
                    </a:path>
                  </a:pathLst>
                </a:custGeom>
                <a:solidFill>
                  <a:schemeClr val="lt1"/>
                </a:solidFill>
                <a:ln w="19050" cap="flat" cmpd="sng">
                  <a:solidFill>
                    <a:schemeClr val="dk2"/>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Comfortaa"/>
                    <a:ea typeface="Comfortaa"/>
                    <a:cs typeface="Comfortaa"/>
                    <a:sym typeface="Comfortaa"/>
                  </a:endParaRPr>
                </a:p>
              </p:txBody>
            </p:sp>
            <p:cxnSp>
              <p:nvCxnSpPr>
                <p:cNvPr id="1068" name="Shape 1068"/>
                <p:cNvCxnSpPr/>
                <p:nvPr/>
              </p:nvCxnSpPr>
              <p:spPr>
                <a:xfrm>
                  <a:off x="830262" y="3133725"/>
                  <a:ext cx="0" cy="176212"/>
                </a:xfrm>
                <a:prstGeom prst="straightConnector1">
                  <a:avLst/>
                </a:prstGeom>
                <a:solidFill>
                  <a:schemeClr val="lt1"/>
                </a:solidFill>
                <a:ln w="19050" cap="flat" cmpd="sng">
                  <a:solidFill>
                    <a:schemeClr val="dk2"/>
                  </a:solidFill>
                  <a:prstDash val="solid"/>
                  <a:miter/>
                  <a:headEnd type="none" w="med" len="med"/>
                  <a:tailEnd type="none" w="med" len="med"/>
                </a:ln>
              </p:spPr>
            </p:cxnSp>
            <p:cxnSp>
              <p:nvCxnSpPr>
                <p:cNvPr id="1069" name="Shape 1069"/>
                <p:cNvCxnSpPr/>
                <p:nvPr/>
              </p:nvCxnSpPr>
              <p:spPr>
                <a:xfrm>
                  <a:off x="939800" y="3133725"/>
                  <a:ext cx="0" cy="176212"/>
                </a:xfrm>
                <a:prstGeom prst="straightConnector1">
                  <a:avLst/>
                </a:prstGeom>
                <a:solidFill>
                  <a:schemeClr val="lt1"/>
                </a:solidFill>
                <a:ln w="19050" cap="flat" cmpd="sng">
                  <a:solidFill>
                    <a:schemeClr val="dk2"/>
                  </a:solidFill>
                  <a:prstDash val="solid"/>
                  <a:miter/>
                  <a:headEnd type="none" w="med" len="med"/>
                  <a:tailEnd type="none" w="med" len="med"/>
                </a:ln>
              </p:spPr>
            </p:cxnSp>
            <p:cxnSp>
              <p:nvCxnSpPr>
                <p:cNvPr id="1070" name="Shape 1070"/>
                <p:cNvCxnSpPr/>
                <p:nvPr/>
              </p:nvCxnSpPr>
              <p:spPr>
                <a:xfrm>
                  <a:off x="1050925" y="3133725"/>
                  <a:ext cx="0" cy="176212"/>
                </a:xfrm>
                <a:prstGeom prst="straightConnector1">
                  <a:avLst/>
                </a:prstGeom>
                <a:solidFill>
                  <a:schemeClr val="lt1"/>
                </a:solidFill>
                <a:ln w="19050" cap="flat" cmpd="sng">
                  <a:solidFill>
                    <a:schemeClr val="dk2"/>
                  </a:solidFill>
                  <a:prstDash val="solid"/>
                  <a:miter/>
                  <a:headEnd type="none" w="med" len="med"/>
                  <a:tailEnd type="none" w="med" len="med"/>
                </a:ln>
              </p:spPr>
            </p:cxnSp>
            <p:cxnSp>
              <p:nvCxnSpPr>
                <p:cNvPr id="1071" name="Shape 1071"/>
                <p:cNvCxnSpPr/>
                <p:nvPr/>
              </p:nvCxnSpPr>
              <p:spPr>
                <a:xfrm>
                  <a:off x="1050925" y="2901950"/>
                  <a:ext cx="0" cy="147638"/>
                </a:xfrm>
                <a:prstGeom prst="straightConnector1">
                  <a:avLst/>
                </a:prstGeom>
                <a:solidFill>
                  <a:schemeClr val="lt1"/>
                </a:solidFill>
                <a:ln w="19050" cap="flat" cmpd="sng">
                  <a:solidFill>
                    <a:schemeClr val="dk2"/>
                  </a:solidFill>
                  <a:prstDash val="solid"/>
                  <a:miter/>
                  <a:headEnd type="none" w="med" len="med"/>
                  <a:tailEnd type="none" w="med" len="med"/>
                </a:ln>
              </p:spPr>
            </p:cxnSp>
          </p:grpSp>
        </p:grpSp>
      </p:grpSp>
      <p:grpSp>
        <p:nvGrpSpPr>
          <p:cNvPr id="1072" name="Shape 1072"/>
          <p:cNvGrpSpPr/>
          <p:nvPr/>
        </p:nvGrpSpPr>
        <p:grpSpPr>
          <a:xfrm>
            <a:off x="470555" y="3968006"/>
            <a:ext cx="2756592" cy="826388"/>
            <a:chOff x="352916" y="2801832"/>
            <a:chExt cx="2067444" cy="619791"/>
          </a:xfrm>
        </p:grpSpPr>
        <p:sp>
          <p:nvSpPr>
            <p:cNvPr id="1073" name="Shape 1073"/>
            <p:cNvSpPr/>
            <p:nvPr/>
          </p:nvSpPr>
          <p:spPr>
            <a:xfrm>
              <a:off x="352916" y="2801832"/>
              <a:ext cx="2067444" cy="619791"/>
            </a:xfrm>
            <a:prstGeom prst="rect">
              <a:avLst/>
            </a:prstGeom>
            <a:solidFill>
              <a:srgbClr val="FFFFFF"/>
            </a:solidFill>
            <a:ln w="12700" cap="flat" cmpd="sng">
              <a:solidFill>
                <a:srgbClr val="5AC68D"/>
              </a:solidFill>
              <a:prstDash val="solid"/>
              <a:round/>
              <a:headEnd type="none" w="med" len="med"/>
              <a:tailEnd type="none" w="med" len="med"/>
            </a:ln>
          </p:spPr>
          <p:txBody>
            <a:bodyPr lIns="68567" tIns="34267" rIns="68567" bIns="34267" anchor="ctr" anchorCtr="0">
              <a:noAutofit/>
            </a:bodyPr>
            <a:lstStyle/>
            <a:p>
              <a:pPr algn="ctr">
                <a:buClr>
                  <a:srgbClr val="000000"/>
                </a:buClr>
              </a:pPr>
              <a:endParaRPr sz="1100">
                <a:solidFill>
                  <a:srgbClr val="000000"/>
                </a:solidFill>
                <a:latin typeface="Comfortaa"/>
                <a:ea typeface="Comfortaa"/>
                <a:cs typeface="Comfortaa"/>
                <a:sym typeface="Comfortaa"/>
              </a:endParaRPr>
            </a:p>
          </p:txBody>
        </p:sp>
        <p:sp>
          <p:nvSpPr>
            <p:cNvPr id="1074" name="Shape 1074"/>
            <p:cNvSpPr/>
            <p:nvPr/>
          </p:nvSpPr>
          <p:spPr>
            <a:xfrm>
              <a:off x="427897" y="2996310"/>
              <a:ext cx="798617" cy="230832"/>
            </a:xfrm>
            <a:prstGeom prst="rect">
              <a:avLst/>
            </a:prstGeom>
            <a:noFill/>
            <a:ln>
              <a:noFill/>
            </a:ln>
          </p:spPr>
          <p:txBody>
            <a:bodyPr lIns="121900" tIns="60933" rIns="121900" bIns="60933" anchor="t" anchorCtr="0">
              <a:noAutofit/>
            </a:bodyPr>
            <a:lstStyle/>
            <a:p>
              <a:pPr algn="r">
                <a:buClr>
                  <a:srgbClr val="708491"/>
                </a:buClr>
                <a:buSzPct val="25000"/>
              </a:pPr>
              <a:r>
                <a:rPr lang="en" sz="1200" b="1">
                  <a:solidFill>
                    <a:srgbClr val="708491"/>
                  </a:solidFill>
                  <a:latin typeface="Arial"/>
                  <a:ea typeface="Arial"/>
                  <a:cs typeface="Arial"/>
                  <a:sym typeface="Arial"/>
                </a:rPr>
                <a:t>Traditional</a:t>
              </a:r>
            </a:p>
          </p:txBody>
        </p:sp>
        <p:grpSp>
          <p:nvGrpSpPr>
            <p:cNvPr id="1075" name="Shape 1075"/>
            <p:cNvGrpSpPr/>
            <p:nvPr/>
          </p:nvGrpSpPr>
          <p:grpSpPr>
            <a:xfrm>
              <a:off x="1976897" y="3027978"/>
              <a:ext cx="167496" cy="167496"/>
              <a:chOff x="-4901926" y="-20638"/>
              <a:chExt cx="442912" cy="442912"/>
            </a:xfrm>
          </p:grpSpPr>
          <p:sp>
            <p:nvSpPr>
              <p:cNvPr id="1076" name="Shape 1076"/>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077" name="Shape 1077"/>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78" name="Shape 1078"/>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79" name="Shape 1079"/>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80" name="Shape 1080"/>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1081" name="Shape 1081"/>
            <p:cNvGrpSpPr/>
            <p:nvPr/>
          </p:nvGrpSpPr>
          <p:grpSpPr>
            <a:xfrm>
              <a:off x="1311309" y="2997102"/>
              <a:ext cx="403088" cy="229251"/>
              <a:chOff x="1432415" y="3867643"/>
              <a:chExt cx="537450" cy="305668"/>
            </a:xfrm>
          </p:grpSpPr>
          <p:sp>
            <p:nvSpPr>
              <p:cNvPr id="1082" name="Shape 1082"/>
              <p:cNvSpPr/>
              <p:nvPr/>
            </p:nvSpPr>
            <p:spPr>
              <a:xfrm>
                <a:off x="1593250" y="3934557"/>
                <a:ext cx="255089" cy="168688"/>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1"/>
              </a:solidFill>
              <a:ln>
                <a:noFill/>
              </a:ln>
            </p:spPr>
            <p:txBody>
              <a:bodyPr lIns="121900" tIns="60933" rIns="121900" bIns="60933" anchor="t" anchorCtr="0">
                <a:noAutofit/>
              </a:bodyPr>
              <a:lstStyle/>
              <a:p>
                <a:pPr>
                  <a:buClr>
                    <a:srgbClr val="000000"/>
                  </a:buClr>
                </a:pPr>
                <a:endParaRPr sz="2400">
                  <a:solidFill>
                    <a:srgbClr val="000000"/>
                  </a:solidFill>
                  <a:latin typeface="Arial"/>
                  <a:ea typeface="Arial"/>
                  <a:cs typeface="Arial"/>
                  <a:sym typeface="Arial"/>
                </a:endParaRPr>
              </a:p>
            </p:txBody>
          </p:sp>
          <p:grpSp>
            <p:nvGrpSpPr>
              <p:cNvPr id="1083" name="Shape 1083"/>
              <p:cNvGrpSpPr/>
              <p:nvPr/>
            </p:nvGrpSpPr>
            <p:grpSpPr>
              <a:xfrm>
                <a:off x="1432415" y="3867643"/>
                <a:ext cx="537450" cy="305668"/>
                <a:chOff x="1522412" y="2301875"/>
                <a:chExt cx="842963" cy="479425"/>
              </a:xfrm>
            </p:grpSpPr>
            <p:sp>
              <p:nvSpPr>
                <p:cNvPr id="1084" name="Shape 1084"/>
                <p:cNvSpPr/>
                <p:nvPr/>
              </p:nvSpPr>
              <p:spPr>
                <a:xfrm>
                  <a:off x="1654175" y="2344738"/>
                  <a:ext cx="579438" cy="376238"/>
                </a:xfrm>
                <a:custGeom>
                  <a:avLst/>
                  <a:gdLst/>
                  <a:ahLst/>
                  <a:cxnLst/>
                  <a:rect l="0" t="0" r="0" b="0"/>
                  <a:pathLst>
                    <a:path w="120000" h="120000" extrusionOk="0">
                      <a:moveTo>
                        <a:pt x="657" y="120000"/>
                      </a:moveTo>
                      <a:lnTo>
                        <a:pt x="0" y="120000"/>
                      </a:lnTo>
                      <a:lnTo>
                        <a:pt x="0" y="0"/>
                      </a:lnTo>
                      <a:lnTo>
                        <a:pt x="119999" y="0"/>
                      </a:lnTo>
                      <a:lnTo>
                        <a:pt x="119999" y="120000"/>
                      </a:lnTo>
                      <a:lnTo>
                        <a:pt x="657" y="120000"/>
                      </a:lnTo>
                      <a:lnTo>
                        <a:pt x="657" y="120000"/>
                      </a:lnTo>
                      <a:close/>
                      <a:moveTo>
                        <a:pt x="118356" y="117974"/>
                      </a:moveTo>
                      <a:lnTo>
                        <a:pt x="118356" y="1518"/>
                      </a:lnTo>
                      <a:lnTo>
                        <a:pt x="1643" y="1518"/>
                      </a:lnTo>
                      <a:lnTo>
                        <a:pt x="1643" y="117974"/>
                      </a:lnTo>
                      <a:lnTo>
                        <a:pt x="118356" y="117974"/>
                      </a:lnTo>
                      <a:lnTo>
                        <a:pt x="118356" y="117974"/>
                      </a:lnTo>
                      <a:close/>
                    </a:path>
                  </a:pathLst>
                </a:custGeom>
                <a:solidFill>
                  <a:schemeClr val="dk1"/>
                </a:solidFill>
                <a:ln w="9525" cap="flat" cmpd="sng">
                  <a:solidFill>
                    <a:schemeClr val="dk1"/>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sp>
              <p:nvSpPr>
                <p:cNvPr id="1085" name="Shape 1085"/>
                <p:cNvSpPr/>
                <p:nvPr/>
              </p:nvSpPr>
              <p:spPr>
                <a:xfrm>
                  <a:off x="1933575" y="2316163"/>
                  <a:ext cx="22225" cy="22225"/>
                </a:xfrm>
                <a:custGeom>
                  <a:avLst/>
                  <a:gdLst/>
                  <a:ahLst/>
                  <a:cxnLst/>
                  <a:rect l="0" t="0" r="0" b="0"/>
                  <a:pathLst>
                    <a:path w="120000" h="120000" extrusionOk="0">
                      <a:moveTo>
                        <a:pt x="0" y="60000"/>
                      </a:moveTo>
                      <a:cubicBezTo>
                        <a:pt x="0" y="30000"/>
                        <a:pt x="20000" y="0"/>
                        <a:pt x="60000" y="0"/>
                      </a:cubicBezTo>
                      <a:cubicBezTo>
                        <a:pt x="60000" y="0"/>
                        <a:pt x="60000" y="0"/>
                        <a:pt x="60000" y="0"/>
                      </a:cubicBezTo>
                      <a:cubicBezTo>
                        <a:pt x="90000" y="0"/>
                        <a:pt x="120000" y="30000"/>
                        <a:pt x="120000" y="60000"/>
                      </a:cubicBezTo>
                      <a:cubicBezTo>
                        <a:pt x="120000" y="60000"/>
                        <a:pt x="120000" y="60000"/>
                        <a:pt x="120000" y="60000"/>
                      </a:cubicBezTo>
                      <a:cubicBezTo>
                        <a:pt x="120000" y="100000"/>
                        <a:pt x="90000" y="120000"/>
                        <a:pt x="60000" y="120000"/>
                      </a:cubicBezTo>
                      <a:cubicBezTo>
                        <a:pt x="60000" y="120000"/>
                        <a:pt x="60000" y="120000"/>
                        <a:pt x="60000" y="120000"/>
                      </a:cubicBezTo>
                      <a:cubicBezTo>
                        <a:pt x="20000" y="120000"/>
                        <a:pt x="0" y="100000"/>
                        <a:pt x="0" y="60000"/>
                      </a:cubicBezTo>
                      <a:close/>
                      <a:moveTo>
                        <a:pt x="20000" y="60000"/>
                      </a:moveTo>
                      <a:cubicBezTo>
                        <a:pt x="20000" y="80000"/>
                        <a:pt x="40000" y="100000"/>
                        <a:pt x="60000" y="100000"/>
                      </a:cubicBezTo>
                      <a:cubicBezTo>
                        <a:pt x="60000" y="100000"/>
                        <a:pt x="60000" y="100000"/>
                        <a:pt x="60000" y="100000"/>
                      </a:cubicBezTo>
                      <a:cubicBezTo>
                        <a:pt x="80000" y="100000"/>
                        <a:pt x="90000" y="80000"/>
                        <a:pt x="90000" y="60000"/>
                      </a:cubicBezTo>
                      <a:cubicBezTo>
                        <a:pt x="90000" y="60000"/>
                        <a:pt x="90000" y="60000"/>
                        <a:pt x="90000" y="60000"/>
                      </a:cubicBezTo>
                      <a:cubicBezTo>
                        <a:pt x="90000" y="40000"/>
                        <a:pt x="80000" y="30000"/>
                        <a:pt x="60000" y="30000"/>
                      </a:cubicBezTo>
                      <a:cubicBezTo>
                        <a:pt x="60000" y="30000"/>
                        <a:pt x="60000" y="30000"/>
                        <a:pt x="60000" y="30000"/>
                      </a:cubicBezTo>
                      <a:cubicBezTo>
                        <a:pt x="40000" y="30000"/>
                        <a:pt x="20000" y="40000"/>
                        <a:pt x="20000" y="60000"/>
                      </a:cubicBezTo>
                      <a:close/>
                    </a:path>
                  </a:pathLst>
                </a:custGeom>
                <a:solidFill>
                  <a:schemeClr val="dk1"/>
                </a:solidFill>
                <a:ln w="9525" cap="flat" cmpd="sng">
                  <a:solidFill>
                    <a:schemeClr val="dk1"/>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sp>
              <p:nvSpPr>
                <p:cNvPr id="1086" name="Shape 1086"/>
                <p:cNvSpPr/>
                <p:nvPr/>
              </p:nvSpPr>
              <p:spPr>
                <a:xfrm>
                  <a:off x="1522412" y="2301875"/>
                  <a:ext cx="842963" cy="479425"/>
                </a:xfrm>
                <a:custGeom>
                  <a:avLst/>
                  <a:gdLst/>
                  <a:ahLst/>
                  <a:cxnLst/>
                  <a:rect l="0" t="0" r="0" b="0"/>
                  <a:pathLst>
                    <a:path w="120000" h="120000" extrusionOk="0">
                      <a:moveTo>
                        <a:pt x="107210" y="108960"/>
                      </a:moveTo>
                      <a:cubicBezTo>
                        <a:pt x="107210" y="8640"/>
                        <a:pt x="107210" y="8640"/>
                        <a:pt x="107210" y="8640"/>
                      </a:cubicBezTo>
                      <a:cubicBezTo>
                        <a:pt x="107210" y="3840"/>
                        <a:pt x="104761" y="0"/>
                        <a:pt x="102040" y="0"/>
                      </a:cubicBezTo>
                      <a:cubicBezTo>
                        <a:pt x="17959" y="0"/>
                        <a:pt x="17959" y="0"/>
                        <a:pt x="17959" y="0"/>
                      </a:cubicBezTo>
                      <a:cubicBezTo>
                        <a:pt x="15238" y="0"/>
                        <a:pt x="13061" y="3840"/>
                        <a:pt x="13061" y="8640"/>
                      </a:cubicBezTo>
                      <a:cubicBezTo>
                        <a:pt x="13061" y="108960"/>
                        <a:pt x="13061" y="108960"/>
                        <a:pt x="13061" y="108960"/>
                      </a:cubicBezTo>
                      <a:cubicBezTo>
                        <a:pt x="0" y="108960"/>
                        <a:pt x="0" y="108960"/>
                        <a:pt x="0" y="108960"/>
                      </a:cubicBezTo>
                      <a:cubicBezTo>
                        <a:pt x="0" y="108960"/>
                        <a:pt x="0" y="110880"/>
                        <a:pt x="0" y="111360"/>
                      </a:cubicBezTo>
                      <a:cubicBezTo>
                        <a:pt x="0" y="115200"/>
                        <a:pt x="1088" y="117600"/>
                        <a:pt x="2448" y="118560"/>
                      </a:cubicBezTo>
                      <a:cubicBezTo>
                        <a:pt x="4081" y="120000"/>
                        <a:pt x="5714" y="120000"/>
                        <a:pt x="7619" y="120000"/>
                      </a:cubicBezTo>
                      <a:cubicBezTo>
                        <a:pt x="112380" y="120000"/>
                        <a:pt x="112380" y="120000"/>
                        <a:pt x="112380" y="120000"/>
                      </a:cubicBezTo>
                      <a:cubicBezTo>
                        <a:pt x="114285" y="120000"/>
                        <a:pt x="116190" y="120000"/>
                        <a:pt x="117551" y="118560"/>
                      </a:cubicBezTo>
                      <a:cubicBezTo>
                        <a:pt x="118911" y="117600"/>
                        <a:pt x="119999" y="115200"/>
                        <a:pt x="119999" y="111360"/>
                      </a:cubicBezTo>
                      <a:cubicBezTo>
                        <a:pt x="119999" y="110880"/>
                        <a:pt x="119999" y="108960"/>
                        <a:pt x="119999" y="108960"/>
                      </a:cubicBezTo>
                      <a:lnTo>
                        <a:pt x="107210" y="108960"/>
                      </a:lnTo>
                      <a:close/>
                      <a:moveTo>
                        <a:pt x="14421" y="8640"/>
                      </a:moveTo>
                      <a:cubicBezTo>
                        <a:pt x="14421" y="5280"/>
                        <a:pt x="16054" y="2400"/>
                        <a:pt x="17959" y="1920"/>
                      </a:cubicBezTo>
                      <a:cubicBezTo>
                        <a:pt x="102040" y="1920"/>
                        <a:pt x="102040" y="1920"/>
                        <a:pt x="102040" y="1920"/>
                      </a:cubicBezTo>
                      <a:cubicBezTo>
                        <a:pt x="104217" y="2400"/>
                        <a:pt x="105850" y="5280"/>
                        <a:pt x="105850" y="8640"/>
                      </a:cubicBezTo>
                      <a:cubicBezTo>
                        <a:pt x="105850" y="108960"/>
                        <a:pt x="105850" y="108960"/>
                        <a:pt x="105850" y="108960"/>
                      </a:cubicBezTo>
                      <a:cubicBezTo>
                        <a:pt x="14421" y="108960"/>
                        <a:pt x="14421" y="108960"/>
                        <a:pt x="14421" y="108960"/>
                      </a:cubicBezTo>
                      <a:lnTo>
                        <a:pt x="14421" y="8640"/>
                      </a:lnTo>
                      <a:close/>
                      <a:moveTo>
                        <a:pt x="73741" y="110880"/>
                      </a:moveTo>
                      <a:cubicBezTo>
                        <a:pt x="73469" y="111360"/>
                        <a:pt x="73197" y="111840"/>
                        <a:pt x="72925" y="111840"/>
                      </a:cubicBezTo>
                      <a:cubicBezTo>
                        <a:pt x="47346" y="111840"/>
                        <a:pt x="47346" y="111840"/>
                        <a:pt x="47346" y="111840"/>
                      </a:cubicBezTo>
                      <a:cubicBezTo>
                        <a:pt x="47074" y="111840"/>
                        <a:pt x="46530" y="111360"/>
                        <a:pt x="46530" y="110880"/>
                      </a:cubicBezTo>
                      <a:lnTo>
                        <a:pt x="73741" y="110880"/>
                      </a:lnTo>
                      <a:close/>
                      <a:moveTo>
                        <a:pt x="118639" y="111360"/>
                      </a:moveTo>
                      <a:cubicBezTo>
                        <a:pt x="118639" y="114240"/>
                        <a:pt x="118095" y="115680"/>
                        <a:pt x="117006" y="116640"/>
                      </a:cubicBezTo>
                      <a:cubicBezTo>
                        <a:pt x="115918" y="117600"/>
                        <a:pt x="114285" y="118080"/>
                        <a:pt x="112380" y="118080"/>
                      </a:cubicBezTo>
                      <a:cubicBezTo>
                        <a:pt x="7619" y="118080"/>
                        <a:pt x="7619" y="118080"/>
                        <a:pt x="7619" y="118080"/>
                      </a:cubicBezTo>
                      <a:cubicBezTo>
                        <a:pt x="5986" y="118080"/>
                        <a:pt x="4353" y="117600"/>
                        <a:pt x="3265" y="116640"/>
                      </a:cubicBezTo>
                      <a:cubicBezTo>
                        <a:pt x="2176" y="115680"/>
                        <a:pt x="1360" y="114240"/>
                        <a:pt x="1360" y="111360"/>
                      </a:cubicBezTo>
                      <a:cubicBezTo>
                        <a:pt x="1360" y="111360"/>
                        <a:pt x="1360" y="111360"/>
                        <a:pt x="1360" y="110880"/>
                      </a:cubicBezTo>
                      <a:cubicBezTo>
                        <a:pt x="44897" y="110880"/>
                        <a:pt x="44897" y="110880"/>
                        <a:pt x="44897" y="110880"/>
                      </a:cubicBezTo>
                      <a:cubicBezTo>
                        <a:pt x="45442" y="112800"/>
                        <a:pt x="46258" y="114240"/>
                        <a:pt x="47346" y="114240"/>
                      </a:cubicBezTo>
                      <a:cubicBezTo>
                        <a:pt x="72925" y="114240"/>
                        <a:pt x="72925" y="114240"/>
                        <a:pt x="72925" y="114240"/>
                      </a:cubicBezTo>
                      <a:cubicBezTo>
                        <a:pt x="74013" y="114240"/>
                        <a:pt x="74829" y="112800"/>
                        <a:pt x="75102" y="110880"/>
                      </a:cubicBezTo>
                      <a:cubicBezTo>
                        <a:pt x="118639" y="110880"/>
                        <a:pt x="118639" y="110880"/>
                        <a:pt x="118639" y="110880"/>
                      </a:cubicBezTo>
                      <a:lnTo>
                        <a:pt x="118639" y="111360"/>
                      </a:lnTo>
                      <a:close/>
                    </a:path>
                  </a:pathLst>
                </a:custGeom>
                <a:solidFill>
                  <a:schemeClr val="dk1"/>
                </a:solidFill>
                <a:ln w="9525" cap="flat" cmpd="sng">
                  <a:solidFill>
                    <a:schemeClr val="dk1"/>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grpSp>
        </p:grpSp>
      </p:grpSp>
      <p:grpSp>
        <p:nvGrpSpPr>
          <p:cNvPr id="1087" name="Shape 1087"/>
          <p:cNvGrpSpPr/>
          <p:nvPr/>
        </p:nvGrpSpPr>
        <p:grpSpPr>
          <a:xfrm>
            <a:off x="466990" y="2855273"/>
            <a:ext cx="2772231" cy="814827"/>
            <a:chOff x="339732" y="1967283"/>
            <a:chExt cx="2079173" cy="611120"/>
          </a:xfrm>
        </p:grpSpPr>
        <p:sp>
          <p:nvSpPr>
            <p:cNvPr id="1088" name="Shape 1088"/>
            <p:cNvSpPr/>
            <p:nvPr/>
          </p:nvSpPr>
          <p:spPr>
            <a:xfrm>
              <a:off x="351461" y="1967283"/>
              <a:ext cx="2067444" cy="611120"/>
            </a:xfrm>
            <a:prstGeom prst="rect">
              <a:avLst/>
            </a:prstGeom>
            <a:solidFill>
              <a:srgbClr val="FFFFFF"/>
            </a:solidFill>
            <a:ln w="12700" cap="flat" cmpd="sng">
              <a:solidFill>
                <a:schemeClr val="accent3"/>
              </a:solidFill>
              <a:prstDash val="solid"/>
              <a:round/>
              <a:headEnd type="none" w="med" len="med"/>
              <a:tailEnd type="none" w="med" len="med"/>
            </a:ln>
          </p:spPr>
          <p:txBody>
            <a:bodyPr lIns="68567" tIns="34267" rIns="68567" bIns="34267" anchor="ctr" anchorCtr="0">
              <a:noAutofit/>
            </a:bodyPr>
            <a:lstStyle/>
            <a:p>
              <a:pPr algn="ctr">
                <a:buClr>
                  <a:srgbClr val="000000"/>
                </a:buClr>
              </a:pPr>
              <a:endParaRPr sz="1100">
                <a:solidFill>
                  <a:srgbClr val="000000"/>
                </a:solidFill>
                <a:latin typeface="Comfortaa"/>
                <a:ea typeface="Comfortaa"/>
                <a:cs typeface="Comfortaa"/>
                <a:sym typeface="Comfortaa"/>
              </a:endParaRPr>
            </a:p>
          </p:txBody>
        </p:sp>
        <p:sp>
          <p:nvSpPr>
            <p:cNvPr id="1089" name="Shape 1089"/>
            <p:cNvSpPr/>
            <p:nvPr/>
          </p:nvSpPr>
          <p:spPr>
            <a:xfrm>
              <a:off x="339732" y="2157426"/>
              <a:ext cx="974947" cy="230832"/>
            </a:xfrm>
            <a:prstGeom prst="rect">
              <a:avLst/>
            </a:prstGeom>
            <a:noFill/>
            <a:ln>
              <a:noFill/>
            </a:ln>
          </p:spPr>
          <p:txBody>
            <a:bodyPr lIns="121900" tIns="60933" rIns="121900" bIns="60933" anchor="t" anchorCtr="0">
              <a:noAutofit/>
            </a:bodyPr>
            <a:lstStyle/>
            <a:p>
              <a:pPr algn="r">
                <a:buClr>
                  <a:srgbClr val="708491"/>
                </a:buClr>
                <a:buSzPct val="25000"/>
              </a:pPr>
              <a:r>
                <a:rPr lang="en" sz="1200" b="1">
                  <a:solidFill>
                    <a:srgbClr val="708491"/>
                  </a:solidFill>
                  <a:latin typeface="Arial"/>
                  <a:ea typeface="Arial"/>
                  <a:cs typeface="Arial"/>
                  <a:sym typeface="Arial"/>
                </a:rPr>
                <a:t>Microservices</a:t>
              </a:r>
            </a:p>
          </p:txBody>
        </p:sp>
        <p:grpSp>
          <p:nvGrpSpPr>
            <p:cNvPr id="1090" name="Shape 1090"/>
            <p:cNvGrpSpPr/>
            <p:nvPr/>
          </p:nvGrpSpPr>
          <p:grpSpPr>
            <a:xfrm>
              <a:off x="1833015" y="2071119"/>
              <a:ext cx="422890" cy="403448"/>
              <a:chOff x="1833015" y="2054722"/>
              <a:chExt cx="422890" cy="403448"/>
            </a:xfrm>
          </p:grpSpPr>
          <p:sp>
            <p:nvSpPr>
              <p:cNvPr id="1091" name="Shape 1091"/>
              <p:cNvSpPr/>
              <p:nvPr/>
            </p:nvSpPr>
            <p:spPr>
              <a:xfrm>
                <a:off x="1891091" y="2118000"/>
                <a:ext cx="307237" cy="308925"/>
              </a:xfrm>
              <a:prstGeom prst="ellipse">
                <a:avLst/>
              </a:prstGeom>
              <a:noFill/>
              <a:ln w="9525" cap="flat" cmpd="sng">
                <a:solidFill>
                  <a:schemeClr val="accent3"/>
                </a:solidFill>
                <a:prstDash val="solid"/>
                <a:round/>
                <a:headEnd type="none" w="med" len="med"/>
                <a:tailEnd type="none" w="med" len="med"/>
              </a:ln>
            </p:spPr>
            <p:txBody>
              <a:bodyPr lIns="91400" tIns="45700" rIns="91400" bIns="45700" anchor="ctr" anchorCtr="0">
                <a:noAutofit/>
              </a:bodyPr>
              <a:lstStyle/>
              <a:p>
                <a:pPr algn="ctr">
                  <a:buClr>
                    <a:srgbClr val="000000"/>
                  </a:buClr>
                </a:pPr>
                <a:endParaRPr sz="1400">
                  <a:solidFill>
                    <a:srgbClr val="FFFFFF"/>
                  </a:solidFill>
                  <a:latin typeface="Comfortaa"/>
                  <a:ea typeface="Comfortaa"/>
                  <a:cs typeface="Comfortaa"/>
                  <a:sym typeface="Comfortaa"/>
                </a:endParaRPr>
              </a:p>
            </p:txBody>
          </p:sp>
          <p:grpSp>
            <p:nvGrpSpPr>
              <p:cNvPr id="1092" name="Shape 1092"/>
              <p:cNvGrpSpPr/>
              <p:nvPr/>
            </p:nvGrpSpPr>
            <p:grpSpPr>
              <a:xfrm>
                <a:off x="1833015" y="2290673"/>
                <a:ext cx="167498" cy="167497"/>
                <a:chOff x="-4901926" y="-20638"/>
                <a:chExt cx="442912" cy="442912"/>
              </a:xfrm>
            </p:grpSpPr>
            <p:sp>
              <p:nvSpPr>
                <p:cNvPr id="1093" name="Shape 1093"/>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094" name="Shape 1094"/>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95" name="Shape 1095"/>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96" name="Shape 1096"/>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97" name="Shape 1097"/>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098" name="Shape 1098"/>
              <p:cNvGrpSpPr/>
              <p:nvPr/>
            </p:nvGrpSpPr>
            <p:grpSpPr>
              <a:xfrm>
                <a:off x="2088408" y="2284032"/>
                <a:ext cx="167498" cy="167497"/>
                <a:chOff x="-4901926" y="-20638"/>
                <a:chExt cx="442912" cy="442912"/>
              </a:xfrm>
            </p:grpSpPr>
            <p:sp>
              <p:nvSpPr>
                <p:cNvPr id="1099" name="Shape 1099"/>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00" name="Shape 1100"/>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1" name="Shape 1101"/>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2" name="Shape 1102"/>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3" name="Shape 1103"/>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04" name="Shape 1104"/>
              <p:cNvGrpSpPr/>
              <p:nvPr/>
            </p:nvGrpSpPr>
            <p:grpSpPr>
              <a:xfrm>
                <a:off x="1967247" y="2054722"/>
                <a:ext cx="167498" cy="167497"/>
                <a:chOff x="-4901926" y="-20638"/>
                <a:chExt cx="442912" cy="442912"/>
              </a:xfrm>
            </p:grpSpPr>
            <p:sp>
              <p:nvSpPr>
                <p:cNvPr id="1105" name="Shape 1105"/>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06" name="Shape 1106"/>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7" name="Shape 1107"/>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8" name="Shape 1108"/>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9" name="Shape 1109"/>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110" name="Shape 1110"/>
            <p:cNvGrpSpPr/>
            <p:nvPr/>
          </p:nvGrpSpPr>
          <p:grpSpPr>
            <a:xfrm>
              <a:off x="1311309" y="2158219"/>
              <a:ext cx="403088" cy="229251"/>
              <a:chOff x="1430676" y="3130887"/>
              <a:chExt cx="537450" cy="305668"/>
            </a:xfrm>
          </p:grpSpPr>
          <p:sp>
            <p:nvSpPr>
              <p:cNvPr id="1111" name="Shape 1111"/>
              <p:cNvSpPr/>
              <p:nvPr/>
            </p:nvSpPr>
            <p:spPr>
              <a:xfrm>
                <a:off x="1591512" y="3197800"/>
                <a:ext cx="255089" cy="168688"/>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121900" tIns="60933" rIns="121900" bIns="60933" anchor="t" anchorCtr="0">
                <a:noAutofit/>
              </a:bodyPr>
              <a:lstStyle/>
              <a:p>
                <a:pPr>
                  <a:buClr>
                    <a:srgbClr val="000000"/>
                  </a:buClr>
                </a:pPr>
                <a:endParaRPr sz="2400">
                  <a:solidFill>
                    <a:srgbClr val="000000"/>
                  </a:solidFill>
                  <a:latin typeface="Arial"/>
                  <a:ea typeface="Arial"/>
                  <a:cs typeface="Arial"/>
                  <a:sym typeface="Arial"/>
                </a:endParaRPr>
              </a:p>
            </p:txBody>
          </p:sp>
          <p:grpSp>
            <p:nvGrpSpPr>
              <p:cNvPr id="1112" name="Shape 1112"/>
              <p:cNvGrpSpPr/>
              <p:nvPr/>
            </p:nvGrpSpPr>
            <p:grpSpPr>
              <a:xfrm>
                <a:off x="1430676" y="3130887"/>
                <a:ext cx="537450" cy="305668"/>
                <a:chOff x="1522412" y="2301875"/>
                <a:chExt cx="842963" cy="479425"/>
              </a:xfrm>
            </p:grpSpPr>
            <p:sp>
              <p:nvSpPr>
                <p:cNvPr id="1113" name="Shape 1113"/>
                <p:cNvSpPr/>
                <p:nvPr/>
              </p:nvSpPr>
              <p:spPr>
                <a:xfrm>
                  <a:off x="1654175" y="2344738"/>
                  <a:ext cx="579438" cy="376238"/>
                </a:xfrm>
                <a:custGeom>
                  <a:avLst/>
                  <a:gdLst/>
                  <a:ahLst/>
                  <a:cxnLst/>
                  <a:rect l="0" t="0" r="0" b="0"/>
                  <a:pathLst>
                    <a:path w="120000" h="120000" extrusionOk="0">
                      <a:moveTo>
                        <a:pt x="657" y="120000"/>
                      </a:moveTo>
                      <a:lnTo>
                        <a:pt x="0" y="120000"/>
                      </a:lnTo>
                      <a:lnTo>
                        <a:pt x="0" y="0"/>
                      </a:lnTo>
                      <a:lnTo>
                        <a:pt x="119999" y="0"/>
                      </a:lnTo>
                      <a:lnTo>
                        <a:pt x="119999" y="120000"/>
                      </a:lnTo>
                      <a:lnTo>
                        <a:pt x="657" y="120000"/>
                      </a:lnTo>
                      <a:lnTo>
                        <a:pt x="657" y="120000"/>
                      </a:lnTo>
                      <a:close/>
                      <a:moveTo>
                        <a:pt x="118356" y="117974"/>
                      </a:moveTo>
                      <a:lnTo>
                        <a:pt x="118356" y="1518"/>
                      </a:lnTo>
                      <a:lnTo>
                        <a:pt x="1643" y="1518"/>
                      </a:lnTo>
                      <a:lnTo>
                        <a:pt x="1643" y="117974"/>
                      </a:lnTo>
                      <a:lnTo>
                        <a:pt x="118356" y="117974"/>
                      </a:lnTo>
                      <a:lnTo>
                        <a:pt x="118356" y="117974"/>
                      </a:lnTo>
                      <a:close/>
                    </a:path>
                  </a:pathLst>
                </a:custGeom>
                <a:solidFill>
                  <a:schemeClr val="dk1"/>
                </a:solidFill>
                <a:ln w="9525" cap="flat" cmpd="sng">
                  <a:solidFill>
                    <a:schemeClr val="dk1"/>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sp>
              <p:nvSpPr>
                <p:cNvPr id="1114" name="Shape 1114"/>
                <p:cNvSpPr/>
                <p:nvPr/>
              </p:nvSpPr>
              <p:spPr>
                <a:xfrm>
                  <a:off x="1933575" y="2316163"/>
                  <a:ext cx="22225" cy="22225"/>
                </a:xfrm>
                <a:custGeom>
                  <a:avLst/>
                  <a:gdLst/>
                  <a:ahLst/>
                  <a:cxnLst/>
                  <a:rect l="0" t="0" r="0" b="0"/>
                  <a:pathLst>
                    <a:path w="120000" h="120000" extrusionOk="0">
                      <a:moveTo>
                        <a:pt x="0" y="60000"/>
                      </a:moveTo>
                      <a:cubicBezTo>
                        <a:pt x="0" y="30000"/>
                        <a:pt x="20000" y="0"/>
                        <a:pt x="60000" y="0"/>
                      </a:cubicBezTo>
                      <a:cubicBezTo>
                        <a:pt x="60000" y="0"/>
                        <a:pt x="60000" y="0"/>
                        <a:pt x="60000" y="0"/>
                      </a:cubicBezTo>
                      <a:cubicBezTo>
                        <a:pt x="90000" y="0"/>
                        <a:pt x="120000" y="30000"/>
                        <a:pt x="120000" y="60000"/>
                      </a:cubicBezTo>
                      <a:cubicBezTo>
                        <a:pt x="120000" y="60000"/>
                        <a:pt x="120000" y="60000"/>
                        <a:pt x="120000" y="60000"/>
                      </a:cubicBezTo>
                      <a:cubicBezTo>
                        <a:pt x="120000" y="100000"/>
                        <a:pt x="90000" y="120000"/>
                        <a:pt x="60000" y="120000"/>
                      </a:cubicBezTo>
                      <a:cubicBezTo>
                        <a:pt x="60000" y="120000"/>
                        <a:pt x="60000" y="120000"/>
                        <a:pt x="60000" y="120000"/>
                      </a:cubicBezTo>
                      <a:cubicBezTo>
                        <a:pt x="20000" y="120000"/>
                        <a:pt x="0" y="100000"/>
                        <a:pt x="0" y="60000"/>
                      </a:cubicBezTo>
                      <a:close/>
                      <a:moveTo>
                        <a:pt x="20000" y="60000"/>
                      </a:moveTo>
                      <a:cubicBezTo>
                        <a:pt x="20000" y="80000"/>
                        <a:pt x="40000" y="100000"/>
                        <a:pt x="60000" y="100000"/>
                      </a:cubicBezTo>
                      <a:cubicBezTo>
                        <a:pt x="60000" y="100000"/>
                        <a:pt x="60000" y="100000"/>
                        <a:pt x="60000" y="100000"/>
                      </a:cubicBezTo>
                      <a:cubicBezTo>
                        <a:pt x="80000" y="100000"/>
                        <a:pt x="90000" y="80000"/>
                        <a:pt x="90000" y="60000"/>
                      </a:cubicBezTo>
                      <a:cubicBezTo>
                        <a:pt x="90000" y="60000"/>
                        <a:pt x="90000" y="60000"/>
                        <a:pt x="90000" y="60000"/>
                      </a:cubicBezTo>
                      <a:cubicBezTo>
                        <a:pt x="90000" y="40000"/>
                        <a:pt x="80000" y="30000"/>
                        <a:pt x="60000" y="30000"/>
                      </a:cubicBezTo>
                      <a:cubicBezTo>
                        <a:pt x="60000" y="30000"/>
                        <a:pt x="60000" y="30000"/>
                        <a:pt x="60000" y="30000"/>
                      </a:cubicBezTo>
                      <a:cubicBezTo>
                        <a:pt x="40000" y="30000"/>
                        <a:pt x="20000" y="40000"/>
                        <a:pt x="20000" y="60000"/>
                      </a:cubicBezTo>
                      <a:close/>
                    </a:path>
                  </a:pathLst>
                </a:custGeom>
                <a:solidFill>
                  <a:schemeClr val="dk1"/>
                </a:solidFill>
                <a:ln w="9525" cap="flat" cmpd="sng">
                  <a:solidFill>
                    <a:schemeClr val="dk1"/>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sp>
              <p:nvSpPr>
                <p:cNvPr id="1115" name="Shape 1115"/>
                <p:cNvSpPr/>
                <p:nvPr/>
              </p:nvSpPr>
              <p:spPr>
                <a:xfrm>
                  <a:off x="1522412" y="2301875"/>
                  <a:ext cx="842963" cy="479425"/>
                </a:xfrm>
                <a:custGeom>
                  <a:avLst/>
                  <a:gdLst/>
                  <a:ahLst/>
                  <a:cxnLst/>
                  <a:rect l="0" t="0" r="0" b="0"/>
                  <a:pathLst>
                    <a:path w="120000" h="120000" extrusionOk="0">
                      <a:moveTo>
                        <a:pt x="107210" y="108960"/>
                      </a:moveTo>
                      <a:cubicBezTo>
                        <a:pt x="107210" y="8640"/>
                        <a:pt x="107210" y="8640"/>
                        <a:pt x="107210" y="8640"/>
                      </a:cubicBezTo>
                      <a:cubicBezTo>
                        <a:pt x="107210" y="3840"/>
                        <a:pt x="104761" y="0"/>
                        <a:pt x="102040" y="0"/>
                      </a:cubicBezTo>
                      <a:cubicBezTo>
                        <a:pt x="17959" y="0"/>
                        <a:pt x="17959" y="0"/>
                        <a:pt x="17959" y="0"/>
                      </a:cubicBezTo>
                      <a:cubicBezTo>
                        <a:pt x="15238" y="0"/>
                        <a:pt x="13061" y="3840"/>
                        <a:pt x="13061" y="8640"/>
                      </a:cubicBezTo>
                      <a:cubicBezTo>
                        <a:pt x="13061" y="108960"/>
                        <a:pt x="13061" y="108960"/>
                        <a:pt x="13061" y="108960"/>
                      </a:cubicBezTo>
                      <a:cubicBezTo>
                        <a:pt x="0" y="108960"/>
                        <a:pt x="0" y="108960"/>
                        <a:pt x="0" y="108960"/>
                      </a:cubicBezTo>
                      <a:cubicBezTo>
                        <a:pt x="0" y="108960"/>
                        <a:pt x="0" y="110880"/>
                        <a:pt x="0" y="111360"/>
                      </a:cubicBezTo>
                      <a:cubicBezTo>
                        <a:pt x="0" y="115200"/>
                        <a:pt x="1088" y="117600"/>
                        <a:pt x="2448" y="118560"/>
                      </a:cubicBezTo>
                      <a:cubicBezTo>
                        <a:pt x="4081" y="120000"/>
                        <a:pt x="5714" y="120000"/>
                        <a:pt x="7619" y="120000"/>
                      </a:cubicBezTo>
                      <a:cubicBezTo>
                        <a:pt x="112380" y="120000"/>
                        <a:pt x="112380" y="120000"/>
                        <a:pt x="112380" y="120000"/>
                      </a:cubicBezTo>
                      <a:cubicBezTo>
                        <a:pt x="114285" y="120000"/>
                        <a:pt x="116190" y="120000"/>
                        <a:pt x="117551" y="118560"/>
                      </a:cubicBezTo>
                      <a:cubicBezTo>
                        <a:pt x="118911" y="117600"/>
                        <a:pt x="119999" y="115200"/>
                        <a:pt x="119999" y="111360"/>
                      </a:cubicBezTo>
                      <a:cubicBezTo>
                        <a:pt x="119999" y="110880"/>
                        <a:pt x="119999" y="108960"/>
                        <a:pt x="119999" y="108960"/>
                      </a:cubicBezTo>
                      <a:lnTo>
                        <a:pt x="107210" y="108960"/>
                      </a:lnTo>
                      <a:close/>
                      <a:moveTo>
                        <a:pt x="14421" y="8640"/>
                      </a:moveTo>
                      <a:cubicBezTo>
                        <a:pt x="14421" y="5280"/>
                        <a:pt x="16054" y="2400"/>
                        <a:pt x="17959" y="1920"/>
                      </a:cubicBezTo>
                      <a:cubicBezTo>
                        <a:pt x="102040" y="1920"/>
                        <a:pt x="102040" y="1920"/>
                        <a:pt x="102040" y="1920"/>
                      </a:cubicBezTo>
                      <a:cubicBezTo>
                        <a:pt x="104217" y="2400"/>
                        <a:pt x="105850" y="5280"/>
                        <a:pt x="105850" y="8640"/>
                      </a:cubicBezTo>
                      <a:cubicBezTo>
                        <a:pt x="105850" y="108960"/>
                        <a:pt x="105850" y="108960"/>
                        <a:pt x="105850" y="108960"/>
                      </a:cubicBezTo>
                      <a:cubicBezTo>
                        <a:pt x="14421" y="108960"/>
                        <a:pt x="14421" y="108960"/>
                        <a:pt x="14421" y="108960"/>
                      </a:cubicBezTo>
                      <a:lnTo>
                        <a:pt x="14421" y="8640"/>
                      </a:lnTo>
                      <a:close/>
                      <a:moveTo>
                        <a:pt x="73741" y="110880"/>
                      </a:moveTo>
                      <a:cubicBezTo>
                        <a:pt x="73469" y="111360"/>
                        <a:pt x="73197" y="111840"/>
                        <a:pt x="72925" y="111840"/>
                      </a:cubicBezTo>
                      <a:cubicBezTo>
                        <a:pt x="47346" y="111840"/>
                        <a:pt x="47346" y="111840"/>
                        <a:pt x="47346" y="111840"/>
                      </a:cubicBezTo>
                      <a:cubicBezTo>
                        <a:pt x="47074" y="111840"/>
                        <a:pt x="46530" y="111360"/>
                        <a:pt x="46530" y="110880"/>
                      </a:cubicBezTo>
                      <a:lnTo>
                        <a:pt x="73741" y="110880"/>
                      </a:lnTo>
                      <a:close/>
                      <a:moveTo>
                        <a:pt x="118639" y="111360"/>
                      </a:moveTo>
                      <a:cubicBezTo>
                        <a:pt x="118639" y="114240"/>
                        <a:pt x="118095" y="115680"/>
                        <a:pt x="117006" y="116640"/>
                      </a:cubicBezTo>
                      <a:cubicBezTo>
                        <a:pt x="115918" y="117600"/>
                        <a:pt x="114285" y="118080"/>
                        <a:pt x="112380" y="118080"/>
                      </a:cubicBezTo>
                      <a:cubicBezTo>
                        <a:pt x="7619" y="118080"/>
                        <a:pt x="7619" y="118080"/>
                        <a:pt x="7619" y="118080"/>
                      </a:cubicBezTo>
                      <a:cubicBezTo>
                        <a:pt x="5986" y="118080"/>
                        <a:pt x="4353" y="117600"/>
                        <a:pt x="3265" y="116640"/>
                      </a:cubicBezTo>
                      <a:cubicBezTo>
                        <a:pt x="2176" y="115680"/>
                        <a:pt x="1360" y="114240"/>
                        <a:pt x="1360" y="111360"/>
                      </a:cubicBezTo>
                      <a:cubicBezTo>
                        <a:pt x="1360" y="111360"/>
                        <a:pt x="1360" y="111360"/>
                        <a:pt x="1360" y="110880"/>
                      </a:cubicBezTo>
                      <a:cubicBezTo>
                        <a:pt x="44897" y="110880"/>
                        <a:pt x="44897" y="110880"/>
                        <a:pt x="44897" y="110880"/>
                      </a:cubicBezTo>
                      <a:cubicBezTo>
                        <a:pt x="45442" y="112800"/>
                        <a:pt x="46258" y="114240"/>
                        <a:pt x="47346" y="114240"/>
                      </a:cubicBezTo>
                      <a:cubicBezTo>
                        <a:pt x="72925" y="114240"/>
                        <a:pt x="72925" y="114240"/>
                        <a:pt x="72925" y="114240"/>
                      </a:cubicBezTo>
                      <a:cubicBezTo>
                        <a:pt x="74013" y="114240"/>
                        <a:pt x="74829" y="112800"/>
                        <a:pt x="75102" y="110880"/>
                      </a:cubicBezTo>
                      <a:cubicBezTo>
                        <a:pt x="118639" y="110880"/>
                        <a:pt x="118639" y="110880"/>
                        <a:pt x="118639" y="110880"/>
                      </a:cubicBezTo>
                      <a:lnTo>
                        <a:pt x="118639" y="111360"/>
                      </a:lnTo>
                      <a:close/>
                    </a:path>
                  </a:pathLst>
                </a:custGeom>
                <a:solidFill>
                  <a:schemeClr val="dk1"/>
                </a:solidFill>
                <a:ln w="9525" cap="flat" cmpd="sng">
                  <a:solidFill>
                    <a:schemeClr val="dk1"/>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grpSp>
        </p:grpSp>
      </p:grpSp>
      <p:grpSp>
        <p:nvGrpSpPr>
          <p:cNvPr id="1116" name="Shape 1116"/>
          <p:cNvGrpSpPr/>
          <p:nvPr/>
        </p:nvGrpSpPr>
        <p:grpSpPr>
          <a:xfrm>
            <a:off x="9750167" y="3039428"/>
            <a:ext cx="599380" cy="417800"/>
            <a:chOff x="7312625" y="2105400"/>
            <a:chExt cx="449535" cy="313350"/>
          </a:xfrm>
        </p:grpSpPr>
        <p:sp>
          <p:nvSpPr>
            <p:cNvPr id="1117" name="Shape 1117"/>
            <p:cNvSpPr/>
            <p:nvPr/>
          </p:nvSpPr>
          <p:spPr>
            <a:xfrm>
              <a:off x="7312625" y="2105400"/>
              <a:ext cx="449535" cy="313350"/>
            </a:xfrm>
            <a:prstGeom prst="rect">
              <a:avLst/>
            </a:prstGeom>
            <a:noFill/>
            <a:ln w="19050" cap="flat" cmpd="sng">
              <a:solidFill>
                <a:schemeClr val="dk2"/>
              </a:solidFill>
              <a:prstDash val="solid"/>
              <a:miter/>
              <a:headEnd type="none" w="med" len="med"/>
              <a:tailEnd type="none" w="med" len="med"/>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18" name="Shape 1118"/>
            <p:cNvSpPr/>
            <p:nvPr/>
          </p:nvSpPr>
          <p:spPr>
            <a:xfrm>
              <a:off x="7578003" y="2155240"/>
              <a:ext cx="5010" cy="231879"/>
            </a:xfrm>
            <a:prstGeom prst="rect">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19" name="Shape 1119"/>
            <p:cNvSpPr/>
            <p:nvPr/>
          </p:nvSpPr>
          <p:spPr>
            <a:xfrm>
              <a:off x="7613281" y="2155240"/>
              <a:ext cx="5010" cy="231879"/>
            </a:xfrm>
            <a:prstGeom prst="rect">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0" name="Shape 1120"/>
            <p:cNvSpPr/>
            <p:nvPr/>
          </p:nvSpPr>
          <p:spPr>
            <a:xfrm>
              <a:off x="7646096" y="2155240"/>
              <a:ext cx="5010" cy="231879"/>
            </a:xfrm>
            <a:prstGeom prst="rect">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1" name="Shape 1121"/>
            <p:cNvSpPr/>
            <p:nvPr/>
          </p:nvSpPr>
          <p:spPr>
            <a:xfrm>
              <a:off x="7678907" y="2155240"/>
              <a:ext cx="5010" cy="231879"/>
            </a:xfrm>
            <a:prstGeom prst="rect">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2" name="Shape 1122"/>
            <p:cNvSpPr/>
            <p:nvPr/>
          </p:nvSpPr>
          <p:spPr>
            <a:xfrm>
              <a:off x="7711721" y="2155240"/>
              <a:ext cx="5010" cy="231879"/>
            </a:xfrm>
            <a:prstGeom prst="rect">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3" name="Shape 1123"/>
            <p:cNvSpPr/>
            <p:nvPr/>
          </p:nvSpPr>
          <p:spPr>
            <a:xfrm>
              <a:off x="7570210" y="2283500"/>
              <a:ext cx="22645" cy="20233"/>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4" name="Shape 1124"/>
            <p:cNvSpPr/>
            <p:nvPr/>
          </p:nvSpPr>
          <p:spPr>
            <a:xfrm>
              <a:off x="7575135" y="2287897"/>
              <a:ext cx="12627" cy="11278"/>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5" name="Shape 1125"/>
            <p:cNvSpPr/>
            <p:nvPr/>
          </p:nvSpPr>
          <p:spPr>
            <a:xfrm>
              <a:off x="7603027" y="2272140"/>
              <a:ext cx="22645" cy="20587"/>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6" name="Shape 1126"/>
            <p:cNvSpPr/>
            <p:nvPr/>
          </p:nvSpPr>
          <p:spPr>
            <a:xfrm>
              <a:off x="7607949" y="2276902"/>
              <a:ext cx="12627" cy="10921"/>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7" name="Shape 1127"/>
            <p:cNvSpPr/>
            <p:nvPr/>
          </p:nvSpPr>
          <p:spPr>
            <a:xfrm>
              <a:off x="7635839" y="2261146"/>
              <a:ext cx="22645" cy="20233"/>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8" name="Shape 1128"/>
            <p:cNvSpPr/>
            <p:nvPr/>
          </p:nvSpPr>
          <p:spPr>
            <a:xfrm>
              <a:off x="7643224" y="2265542"/>
              <a:ext cx="10221" cy="11278"/>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29" name="Shape 1129"/>
            <p:cNvSpPr/>
            <p:nvPr/>
          </p:nvSpPr>
          <p:spPr>
            <a:xfrm>
              <a:off x="7671114" y="2249784"/>
              <a:ext cx="23046" cy="20233"/>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0" name="Shape 1130"/>
            <p:cNvSpPr/>
            <p:nvPr/>
          </p:nvSpPr>
          <p:spPr>
            <a:xfrm>
              <a:off x="7676038" y="2254183"/>
              <a:ext cx="10221" cy="11278"/>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1" name="Shape 1131"/>
            <p:cNvSpPr/>
            <p:nvPr/>
          </p:nvSpPr>
          <p:spPr>
            <a:xfrm>
              <a:off x="7703928" y="2238425"/>
              <a:ext cx="23046" cy="20233"/>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2" name="Shape 1132"/>
            <p:cNvSpPr/>
            <p:nvPr/>
          </p:nvSpPr>
          <p:spPr>
            <a:xfrm>
              <a:off x="7708850" y="2242823"/>
              <a:ext cx="12627" cy="11278"/>
            </a:xfrm>
            <a:prstGeom prst="ellipse">
              <a:avLst/>
            </a:pr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3" name="Shape 1133"/>
            <p:cNvSpPr/>
            <p:nvPr/>
          </p:nvSpPr>
          <p:spPr>
            <a:xfrm>
              <a:off x="7365946" y="2136916"/>
              <a:ext cx="5010" cy="94899"/>
            </a:xfrm>
            <a:custGeom>
              <a:avLst/>
              <a:gdLst/>
              <a:ahLst/>
              <a:cxnLst/>
              <a:rect l="0" t="0" r="0" b="0"/>
              <a:pathLst>
                <a:path w="120000" h="120000" extrusionOk="0">
                  <a:moveTo>
                    <a:pt x="60000" y="120000"/>
                  </a:moveTo>
                  <a:cubicBezTo>
                    <a:pt x="60000" y="120000"/>
                    <a:pt x="0" y="120000"/>
                    <a:pt x="0" y="117142"/>
                  </a:cubicBezTo>
                  <a:cubicBezTo>
                    <a:pt x="0" y="2857"/>
                    <a:pt x="0" y="2857"/>
                    <a:pt x="0" y="2857"/>
                  </a:cubicBezTo>
                  <a:cubicBezTo>
                    <a:pt x="0" y="2857"/>
                    <a:pt x="60000" y="0"/>
                    <a:pt x="60000" y="0"/>
                  </a:cubicBezTo>
                  <a:cubicBezTo>
                    <a:pt x="120000" y="0"/>
                    <a:pt x="120000" y="2857"/>
                    <a:pt x="120000" y="2857"/>
                  </a:cubicBezTo>
                  <a:cubicBezTo>
                    <a:pt x="120000" y="117142"/>
                    <a:pt x="120000" y="117142"/>
                    <a:pt x="120000" y="117142"/>
                  </a:cubicBezTo>
                  <a:cubicBezTo>
                    <a:pt x="120000" y="120000"/>
                    <a:pt x="120000" y="120000"/>
                    <a:pt x="60000" y="120000"/>
                  </a:cubicBez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4" name="Shape 1134"/>
            <p:cNvSpPr/>
            <p:nvPr/>
          </p:nvSpPr>
          <p:spPr>
            <a:xfrm>
              <a:off x="7365946" y="2150475"/>
              <a:ext cx="131272" cy="40643"/>
            </a:xfrm>
            <a:custGeom>
              <a:avLst/>
              <a:gdLst/>
              <a:ahLst/>
              <a:cxnLst/>
              <a:rect l="0" t="0" r="0" b="0"/>
              <a:pathLst>
                <a:path w="120000" h="120000" extrusionOk="0">
                  <a:moveTo>
                    <a:pt x="30000" y="120000"/>
                  </a:moveTo>
                  <a:cubicBezTo>
                    <a:pt x="30000" y="120000"/>
                    <a:pt x="27692" y="120000"/>
                    <a:pt x="27692" y="120000"/>
                  </a:cubicBezTo>
                  <a:cubicBezTo>
                    <a:pt x="13846" y="93333"/>
                    <a:pt x="13846" y="93333"/>
                    <a:pt x="13846" y="93333"/>
                  </a:cubicBezTo>
                  <a:cubicBezTo>
                    <a:pt x="4615" y="113333"/>
                    <a:pt x="4615" y="113333"/>
                    <a:pt x="4615" y="113333"/>
                  </a:cubicBezTo>
                  <a:cubicBezTo>
                    <a:pt x="4615" y="120000"/>
                    <a:pt x="2307" y="113333"/>
                    <a:pt x="2307" y="113333"/>
                  </a:cubicBezTo>
                  <a:cubicBezTo>
                    <a:pt x="0" y="113333"/>
                    <a:pt x="0" y="106666"/>
                    <a:pt x="2307" y="106666"/>
                  </a:cubicBezTo>
                  <a:cubicBezTo>
                    <a:pt x="13846" y="80000"/>
                    <a:pt x="13846" y="80000"/>
                    <a:pt x="13846" y="80000"/>
                  </a:cubicBezTo>
                  <a:cubicBezTo>
                    <a:pt x="13846" y="73333"/>
                    <a:pt x="16153" y="73333"/>
                    <a:pt x="16153" y="80000"/>
                  </a:cubicBezTo>
                  <a:cubicBezTo>
                    <a:pt x="30000" y="100000"/>
                    <a:pt x="30000" y="100000"/>
                    <a:pt x="30000" y="100000"/>
                  </a:cubicBezTo>
                  <a:cubicBezTo>
                    <a:pt x="64615" y="6666"/>
                    <a:pt x="64615" y="6666"/>
                    <a:pt x="64615" y="6666"/>
                  </a:cubicBezTo>
                  <a:cubicBezTo>
                    <a:pt x="64615" y="6666"/>
                    <a:pt x="64615" y="0"/>
                    <a:pt x="66923" y="0"/>
                  </a:cubicBezTo>
                  <a:cubicBezTo>
                    <a:pt x="66923" y="0"/>
                    <a:pt x="66923" y="6666"/>
                    <a:pt x="66923" y="6666"/>
                  </a:cubicBezTo>
                  <a:cubicBezTo>
                    <a:pt x="92307" y="80000"/>
                    <a:pt x="92307" y="80000"/>
                    <a:pt x="92307" y="80000"/>
                  </a:cubicBezTo>
                  <a:cubicBezTo>
                    <a:pt x="101538" y="73333"/>
                    <a:pt x="101538" y="73333"/>
                    <a:pt x="101538" y="73333"/>
                  </a:cubicBezTo>
                  <a:cubicBezTo>
                    <a:pt x="101538" y="66666"/>
                    <a:pt x="103846" y="66666"/>
                    <a:pt x="103846" y="73333"/>
                  </a:cubicBezTo>
                  <a:cubicBezTo>
                    <a:pt x="117692" y="93333"/>
                    <a:pt x="117692" y="93333"/>
                    <a:pt x="117692" y="93333"/>
                  </a:cubicBezTo>
                  <a:cubicBezTo>
                    <a:pt x="120000" y="93333"/>
                    <a:pt x="120000" y="100000"/>
                    <a:pt x="120000" y="100000"/>
                  </a:cubicBezTo>
                  <a:cubicBezTo>
                    <a:pt x="117692" y="106666"/>
                    <a:pt x="117692" y="106666"/>
                    <a:pt x="115384" y="106666"/>
                  </a:cubicBezTo>
                  <a:cubicBezTo>
                    <a:pt x="103846" y="86666"/>
                    <a:pt x="103846" y="86666"/>
                    <a:pt x="103846" y="86666"/>
                  </a:cubicBezTo>
                  <a:cubicBezTo>
                    <a:pt x="92307" y="100000"/>
                    <a:pt x="92307" y="100000"/>
                    <a:pt x="92307" y="100000"/>
                  </a:cubicBezTo>
                  <a:cubicBezTo>
                    <a:pt x="92307" y="100000"/>
                    <a:pt x="90000" y="100000"/>
                    <a:pt x="90000" y="100000"/>
                  </a:cubicBezTo>
                  <a:cubicBezTo>
                    <a:pt x="66923" y="20000"/>
                    <a:pt x="66923" y="20000"/>
                    <a:pt x="66923" y="20000"/>
                  </a:cubicBezTo>
                  <a:cubicBezTo>
                    <a:pt x="32307" y="120000"/>
                    <a:pt x="32307" y="120000"/>
                    <a:pt x="32307" y="120000"/>
                  </a:cubicBezTo>
                  <a:cubicBezTo>
                    <a:pt x="30000" y="120000"/>
                    <a:pt x="30000" y="120000"/>
                    <a:pt x="30000" y="120000"/>
                  </a:cubicBez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5" name="Shape 1135"/>
            <p:cNvSpPr/>
            <p:nvPr/>
          </p:nvSpPr>
          <p:spPr>
            <a:xfrm>
              <a:off x="7368407" y="2227065"/>
              <a:ext cx="153720" cy="4834"/>
            </a:xfrm>
            <a:custGeom>
              <a:avLst/>
              <a:gdLst/>
              <a:ahLst/>
              <a:cxnLst/>
              <a:rect l="0" t="0" r="0" b="0"/>
              <a:pathLst>
                <a:path w="120000" h="120000" extrusionOk="0">
                  <a:moveTo>
                    <a:pt x="118032" y="120000"/>
                  </a:moveTo>
                  <a:cubicBezTo>
                    <a:pt x="1967" y="120000"/>
                    <a:pt x="1967" y="120000"/>
                    <a:pt x="1967" y="120000"/>
                  </a:cubicBezTo>
                  <a:cubicBezTo>
                    <a:pt x="0" y="120000"/>
                    <a:pt x="0" y="120000"/>
                    <a:pt x="0" y="60000"/>
                  </a:cubicBezTo>
                  <a:cubicBezTo>
                    <a:pt x="0" y="0"/>
                    <a:pt x="0" y="0"/>
                    <a:pt x="1967" y="0"/>
                  </a:cubicBezTo>
                  <a:cubicBezTo>
                    <a:pt x="118032" y="0"/>
                    <a:pt x="118032" y="0"/>
                    <a:pt x="118032" y="0"/>
                  </a:cubicBezTo>
                  <a:cubicBezTo>
                    <a:pt x="120000" y="0"/>
                    <a:pt x="120000" y="0"/>
                    <a:pt x="120000" y="60000"/>
                  </a:cubicBezTo>
                  <a:cubicBezTo>
                    <a:pt x="120000" y="120000"/>
                    <a:pt x="120000" y="120000"/>
                    <a:pt x="118032" y="120000"/>
                  </a:cubicBez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6" name="Shape 1136"/>
            <p:cNvSpPr/>
            <p:nvPr/>
          </p:nvSpPr>
          <p:spPr>
            <a:xfrm>
              <a:off x="7479563" y="2204710"/>
              <a:ext cx="29859" cy="27036"/>
            </a:xfrm>
            <a:custGeom>
              <a:avLst/>
              <a:gdLst/>
              <a:ahLst/>
              <a:cxnLst/>
              <a:rect l="0" t="0" r="0" b="0"/>
              <a:pathLst>
                <a:path w="120000" h="120000" extrusionOk="0">
                  <a:moveTo>
                    <a:pt x="20000" y="120000"/>
                  </a:moveTo>
                  <a:cubicBezTo>
                    <a:pt x="10000" y="120000"/>
                    <a:pt x="10000" y="120000"/>
                    <a:pt x="10000" y="120000"/>
                  </a:cubicBezTo>
                  <a:cubicBezTo>
                    <a:pt x="10000" y="110000"/>
                    <a:pt x="0" y="110000"/>
                    <a:pt x="10000" y="100000"/>
                  </a:cubicBezTo>
                  <a:cubicBezTo>
                    <a:pt x="100000" y="0"/>
                    <a:pt x="100000" y="0"/>
                    <a:pt x="100000" y="0"/>
                  </a:cubicBezTo>
                  <a:cubicBezTo>
                    <a:pt x="100000" y="0"/>
                    <a:pt x="110000" y="0"/>
                    <a:pt x="110000" y="0"/>
                  </a:cubicBezTo>
                  <a:cubicBezTo>
                    <a:pt x="120000" y="0"/>
                    <a:pt x="120000" y="10000"/>
                    <a:pt x="110000" y="20000"/>
                  </a:cubicBezTo>
                  <a:cubicBezTo>
                    <a:pt x="20000" y="120000"/>
                    <a:pt x="20000" y="120000"/>
                    <a:pt x="20000" y="120000"/>
                  </a:cubicBezTo>
                  <a:cubicBezTo>
                    <a:pt x="20000" y="120000"/>
                    <a:pt x="20000" y="120000"/>
                    <a:pt x="20000" y="120000"/>
                  </a:cubicBez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7" name="Shape 1137"/>
            <p:cNvSpPr/>
            <p:nvPr/>
          </p:nvSpPr>
          <p:spPr>
            <a:xfrm>
              <a:off x="7428703" y="2173193"/>
              <a:ext cx="78360" cy="58551"/>
            </a:xfrm>
            <a:custGeom>
              <a:avLst/>
              <a:gdLst/>
              <a:ahLst/>
              <a:cxnLst/>
              <a:rect l="0" t="0" r="0" b="0"/>
              <a:pathLst>
                <a:path w="120000" h="120000" extrusionOk="0">
                  <a:moveTo>
                    <a:pt x="42580" y="120000"/>
                  </a:moveTo>
                  <a:cubicBezTo>
                    <a:pt x="3870" y="120000"/>
                    <a:pt x="3870" y="120000"/>
                    <a:pt x="3870" y="120000"/>
                  </a:cubicBezTo>
                  <a:cubicBezTo>
                    <a:pt x="0" y="120000"/>
                    <a:pt x="0" y="120000"/>
                    <a:pt x="0" y="120000"/>
                  </a:cubicBezTo>
                  <a:cubicBezTo>
                    <a:pt x="0" y="115384"/>
                    <a:pt x="0" y="115384"/>
                    <a:pt x="0" y="110769"/>
                  </a:cubicBezTo>
                  <a:cubicBezTo>
                    <a:pt x="77419" y="9230"/>
                    <a:pt x="77419" y="9230"/>
                    <a:pt x="77419" y="9230"/>
                  </a:cubicBezTo>
                  <a:cubicBezTo>
                    <a:pt x="77419" y="4615"/>
                    <a:pt x="81290" y="4615"/>
                    <a:pt x="81290" y="4615"/>
                  </a:cubicBezTo>
                  <a:cubicBezTo>
                    <a:pt x="96774" y="13846"/>
                    <a:pt x="96774" y="13846"/>
                    <a:pt x="96774" y="13846"/>
                  </a:cubicBezTo>
                  <a:cubicBezTo>
                    <a:pt x="112258" y="0"/>
                    <a:pt x="112258" y="0"/>
                    <a:pt x="112258" y="0"/>
                  </a:cubicBezTo>
                  <a:cubicBezTo>
                    <a:pt x="116129" y="0"/>
                    <a:pt x="120000" y="0"/>
                    <a:pt x="120000" y="0"/>
                  </a:cubicBezTo>
                  <a:cubicBezTo>
                    <a:pt x="120000" y="4615"/>
                    <a:pt x="120000" y="4615"/>
                    <a:pt x="120000" y="9230"/>
                  </a:cubicBezTo>
                  <a:cubicBezTo>
                    <a:pt x="116129" y="9230"/>
                    <a:pt x="116129" y="9230"/>
                    <a:pt x="116129" y="9230"/>
                  </a:cubicBezTo>
                  <a:cubicBezTo>
                    <a:pt x="116129" y="9230"/>
                    <a:pt x="120000" y="9230"/>
                    <a:pt x="120000" y="13846"/>
                  </a:cubicBezTo>
                  <a:cubicBezTo>
                    <a:pt x="120000" y="13846"/>
                    <a:pt x="120000" y="18461"/>
                    <a:pt x="120000" y="18461"/>
                  </a:cubicBezTo>
                  <a:cubicBezTo>
                    <a:pt x="46451" y="120000"/>
                    <a:pt x="46451" y="120000"/>
                    <a:pt x="46451" y="120000"/>
                  </a:cubicBezTo>
                  <a:cubicBezTo>
                    <a:pt x="46451" y="120000"/>
                    <a:pt x="46451" y="120000"/>
                    <a:pt x="42580" y="120000"/>
                  </a:cubicBezTo>
                  <a:close/>
                  <a:moveTo>
                    <a:pt x="11612" y="110769"/>
                  </a:moveTo>
                  <a:cubicBezTo>
                    <a:pt x="42580" y="110769"/>
                    <a:pt x="42580" y="110769"/>
                    <a:pt x="42580" y="110769"/>
                  </a:cubicBezTo>
                  <a:cubicBezTo>
                    <a:pt x="112258" y="18461"/>
                    <a:pt x="112258" y="18461"/>
                    <a:pt x="112258" y="18461"/>
                  </a:cubicBezTo>
                  <a:cubicBezTo>
                    <a:pt x="100645" y="27692"/>
                    <a:pt x="100645" y="27692"/>
                    <a:pt x="100645" y="27692"/>
                  </a:cubicBezTo>
                  <a:cubicBezTo>
                    <a:pt x="100645" y="27692"/>
                    <a:pt x="96774" y="27692"/>
                    <a:pt x="96774" y="27692"/>
                  </a:cubicBezTo>
                  <a:cubicBezTo>
                    <a:pt x="81290" y="18461"/>
                    <a:pt x="81290" y="18461"/>
                    <a:pt x="81290" y="18461"/>
                  </a:cubicBezTo>
                  <a:lnTo>
                    <a:pt x="11612" y="110769"/>
                  </a:ln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8" name="Shape 1138"/>
            <p:cNvSpPr/>
            <p:nvPr/>
          </p:nvSpPr>
          <p:spPr>
            <a:xfrm>
              <a:off x="7504585" y="2170997"/>
              <a:ext cx="5010" cy="60878"/>
            </a:xfrm>
            <a:custGeom>
              <a:avLst/>
              <a:gdLst/>
              <a:ahLst/>
              <a:cxnLst/>
              <a:rect l="0" t="0" r="0" b="0"/>
              <a:pathLst>
                <a:path w="120000" h="120000" extrusionOk="0">
                  <a:moveTo>
                    <a:pt x="60000" y="120000"/>
                  </a:moveTo>
                  <a:cubicBezTo>
                    <a:pt x="0" y="120000"/>
                    <a:pt x="0" y="115555"/>
                    <a:pt x="0" y="115555"/>
                  </a:cubicBezTo>
                  <a:cubicBezTo>
                    <a:pt x="0" y="4444"/>
                    <a:pt x="0" y="4444"/>
                    <a:pt x="0" y="4444"/>
                  </a:cubicBezTo>
                  <a:cubicBezTo>
                    <a:pt x="0" y="4444"/>
                    <a:pt x="0" y="0"/>
                    <a:pt x="60000" y="0"/>
                  </a:cubicBezTo>
                  <a:cubicBezTo>
                    <a:pt x="60000" y="0"/>
                    <a:pt x="120000" y="4444"/>
                    <a:pt x="120000" y="4444"/>
                  </a:cubicBezTo>
                  <a:cubicBezTo>
                    <a:pt x="120000" y="115555"/>
                    <a:pt x="120000" y="115555"/>
                    <a:pt x="120000" y="115555"/>
                  </a:cubicBezTo>
                  <a:cubicBezTo>
                    <a:pt x="120000" y="115555"/>
                    <a:pt x="60000" y="120000"/>
                    <a:pt x="60000" y="120000"/>
                  </a:cubicBez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39" name="Shape 1139"/>
            <p:cNvSpPr/>
            <p:nvPr/>
          </p:nvSpPr>
          <p:spPr>
            <a:xfrm>
              <a:off x="7375789" y="2159633"/>
              <a:ext cx="85776" cy="72158"/>
            </a:xfrm>
            <a:custGeom>
              <a:avLst/>
              <a:gdLst/>
              <a:ahLst/>
              <a:cxnLst/>
              <a:rect l="0" t="0" r="0" b="0"/>
              <a:pathLst>
                <a:path w="120000" h="120000" extrusionOk="0">
                  <a:moveTo>
                    <a:pt x="38823" y="120000"/>
                  </a:moveTo>
                  <a:cubicBezTo>
                    <a:pt x="3529" y="120000"/>
                    <a:pt x="3529" y="120000"/>
                    <a:pt x="3529" y="120000"/>
                  </a:cubicBezTo>
                  <a:cubicBezTo>
                    <a:pt x="0" y="120000"/>
                    <a:pt x="0" y="120000"/>
                    <a:pt x="0" y="120000"/>
                  </a:cubicBezTo>
                  <a:cubicBezTo>
                    <a:pt x="0" y="116250"/>
                    <a:pt x="0" y="116250"/>
                    <a:pt x="0" y="112500"/>
                  </a:cubicBezTo>
                  <a:cubicBezTo>
                    <a:pt x="95294" y="0"/>
                    <a:pt x="95294" y="0"/>
                    <a:pt x="95294" y="0"/>
                  </a:cubicBezTo>
                  <a:cubicBezTo>
                    <a:pt x="95294" y="0"/>
                    <a:pt x="95294" y="0"/>
                    <a:pt x="95294" y="0"/>
                  </a:cubicBezTo>
                  <a:cubicBezTo>
                    <a:pt x="95294" y="0"/>
                    <a:pt x="95294" y="0"/>
                    <a:pt x="95294" y="0"/>
                  </a:cubicBezTo>
                  <a:cubicBezTo>
                    <a:pt x="98823" y="0"/>
                    <a:pt x="98823" y="0"/>
                    <a:pt x="98823" y="0"/>
                  </a:cubicBezTo>
                  <a:cubicBezTo>
                    <a:pt x="120000" y="22500"/>
                    <a:pt x="120000" y="22500"/>
                    <a:pt x="120000" y="22500"/>
                  </a:cubicBezTo>
                  <a:cubicBezTo>
                    <a:pt x="120000" y="22500"/>
                    <a:pt x="120000" y="26250"/>
                    <a:pt x="120000" y="26250"/>
                  </a:cubicBezTo>
                  <a:cubicBezTo>
                    <a:pt x="42352" y="120000"/>
                    <a:pt x="42352" y="120000"/>
                    <a:pt x="42352" y="120000"/>
                  </a:cubicBezTo>
                  <a:cubicBezTo>
                    <a:pt x="42352" y="120000"/>
                    <a:pt x="42352" y="120000"/>
                    <a:pt x="38823" y="120000"/>
                  </a:cubicBezTo>
                  <a:close/>
                  <a:moveTo>
                    <a:pt x="10588" y="112500"/>
                  </a:moveTo>
                  <a:cubicBezTo>
                    <a:pt x="38823" y="112500"/>
                    <a:pt x="38823" y="112500"/>
                    <a:pt x="38823" y="112500"/>
                  </a:cubicBezTo>
                  <a:cubicBezTo>
                    <a:pt x="109411" y="26250"/>
                    <a:pt x="109411" y="26250"/>
                    <a:pt x="109411" y="26250"/>
                  </a:cubicBezTo>
                  <a:cubicBezTo>
                    <a:pt x="98823" y="7500"/>
                    <a:pt x="98823" y="7500"/>
                    <a:pt x="98823" y="7500"/>
                  </a:cubicBezTo>
                  <a:lnTo>
                    <a:pt x="10588" y="112500"/>
                  </a:ln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40" name="Shape 1140"/>
            <p:cNvSpPr/>
            <p:nvPr/>
          </p:nvSpPr>
          <p:spPr>
            <a:xfrm>
              <a:off x="7365946" y="2175392"/>
              <a:ext cx="29859" cy="38138"/>
            </a:xfrm>
            <a:custGeom>
              <a:avLst/>
              <a:gdLst/>
              <a:ahLst/>
              <a:cxnLst/>
              <a:rect l="0" t="0" r="0" b="0"/>
              <a:pathLst>
                <a:path w="120000" h="120000" extrusionOk="0">
                  <a:moveTo>
                    <a:pt x="10000" y="120000"/>
                  </a:moveTo>
                  <a:cubicBezTo>
                    <a:pt x="10000" y="120000"/>
                    <a:pt x="10000" y="120000"/>
                    <a:pt x="10000" y="120000"/>
                  </a:cubicBezTo>
                  <a:cubicBezTo>
                    <a:pt x="0" y="120000"/>
                    <a:pt x="0" y="112941"/>
                    <a:pt x="10000" y="112941"/>
                  </a:cubicBezTo>
                  <a:cubicBezTo>
                    <a:pt x="100000" y="35294"/>
                    <a:pt x="100000" y="35294"/>
                    <a:pt x="100000" y="35294"/>
                  </a:cubicBezTo>
                  <a:cubicBezTo>
                    <a:pt x="60000" y="21176"/>
                    <a:pt x="60000" y="21176"/>
                    <a:pt x="60000" y="21176"/>
                  </a:cubicBezTo>
                  <a:cubicBezTo>
                    <a:pt x="20000" y="42352"/>
                    <a:pt x="20000" y="42352"/>
                    <a:pt x="20000" y="42352"/>
                  </a:cubicBezTo>
                  <a:cubicBezTo>
                    <a:pt x="20000" y="49411"/>
                    <a:pt x="10000" y="42352"/>
                    <a:pt x="10000" y="42352"/>
                  </a:cubicBezTo>
                  <a:cubicBezTo>
                    <a:pt x="0" y="42352"/>
                    <a:pt x="0" y="35294"/>
                    <a:pt x="10000" y="35294"/>
                  </a:cubicBezTo>
                  <a:cubicBezTo>
                    <a:pt x="60000" y="7058"/>
                    <a:pt x="60000" y="7058"/>
                    <a:pt x="60000" y="7058"/>
                  </a:cubicBezTo>
                  <a:cubicBezTo>
                    <a:pt x="60000" y="0"/>
                    <a:pt x="70000" y="0"/>
                    <a:pt x="70000" y="7058"/>
                  </a:cubicBezTo>
                  <a:cubicBezTo>
                    <a:pt x="120000" y="28235"/>
                    <a:pt x="120000" y="28235"/>
                    <a:pt x="120000" y="28235"/>
                  </a:cubicBezTo>
                  <a:cubicBezTo>
                    <a:pt x="120000" y="28235"/>
                    <a:pt x="120000" y="28235"/>
                    <a:pt x="120000" y="35294"/>
                  </a:cubicBezTo>
                  <a:cubicBezTo>
                    <a:pt x="120000" y="35294"/>
                    <a:pt x="120000" y="35294"/>
                    <a:pt x="120000" y="42352"/>
                  </a:cubicBezTo>
                  <a:cubicBezTo>
                    <a:pt x="20000" y="120000"/>
                    <a:pt x="20000" y="120000"/>
                    <a:pt x="20000" y="120000"/>
                  </a:cubicBezTo>
                  <a:cubicBezTo>
                    <a:pt x="20000" y="120000"/>
                    <a:pt x="20000" y="120000"/>
                    <a:pt x="10000" y="120000"/>
                  </a:cubicBez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41" name="Shape 1141"/>
            <p:cNvSpPr/>
            <p:nvPr/>
          </p:nvSpPr>
          <p:spPr>
            <a:xfrm>
              <a:off x="7355692" y="2261146"/>
              <a:ext cx="126263" cy="112446"/>
            </a:xfrm>
            <a:custGeom>
              <a:avLst/>
              <a:gdLst/>
              <a:ahLst/>
              <a:cxnLst/>
              <a:rect l="0" t="0" r="0" b="0"/>
              <a:pathLst>
                <a:path w="120000" h="120000" extrusionOk="0">
                  <a:moveTo>
                    <a:pt x="96000" y="19200"/>
                  </a:moveTo>
                  <a:cubicBezTo>
                    <a:pt x="96000" y="19200"/>
                    <a:pt x="96000" y="19200"/>
                    <a:pt x="96000" y="19200"/>
                  </a:cubicBezTo>
                  <a:cubicBezTo>
                    <a:pt x="96000" y="19200"/>
                    <a:pt x="96000" y="19200"/>
                    <a:pt x="96000" y="19200"/>
                  </a:cubicBezTo>
                  <a:cubicBezTo>
                    <a:pt x="98400" y="19200"/>
                    <a:pt x="98400" y="21600"/>
                    <a:pt x="98400" y="21600"/>
                  </a:cubicBezTo>
                  <a:cubicBezTo>
                    <a:pt x="100800" y="21600"/>
                    <a:pt x="100800" y="24000"/>
                    <a:pt x="100800" y="24000"/>
                  </a:cubicBezTo>
                  <a:cubicBezTo>
                    <a:pt x="100800" y="24000"/>
                    <a:pt x="100800" y="24000"/>
                    <a:pt x="100800" y="24000"/>
                  </a:cubicBezTo>
                  <a:cubicBezTo>
                    <a:pt x="103200" y="24000"/>
                    <a:pt x="100800" y="26400"/>
                    <a:pt x="100800" y="26400"/>
                  </a:cubicBezTo>
                  <a:cubicBezTo>
                    <a:pt x="100800" y="26400"/>
                    <a:pt x="100800" y="28800"/>
                    <a:pt x="98400" y="28800"/>
                  </a:cubicBezTo>
                  <a:cubicBezTo>
                    <a:pt x="98400" y="31200"/>
                    <a:pt x="98400" y="31200"/>
                    <a:pt x="98400" y="31200"/>
                  </a:cubicBezTo>
                  <a:cubicBezTo>
                    <a:pt x="98400" y="33600"/>
                    <a:pt x="98400" y="33600"/>
                    <a:pt x="98400" y="33600"/>
                  </a:cubicBezTo>
                  <a:cubicBezTo>
                    <a:pt x="98400" y="33600"/>
                    <a:pt x="98400" y="33600"/>
                    <a:pt x="98400" y="33600"/>
                  </a:cubicBezTo>
                  <a:cubicBezTo>
                    <a:pt x="98400" y="33600"/>
                    <a:pt x="98400" y="33600"/>
                    <a:pt x="98400" y="36000"/>
                  </a:cubicBezTo>
                  <a:cubicBezTo>
                    <a:pt x="100800" y="36000"/>
                    <a:pt x="100800" y="38400"/>
                    <a:pt x="100800" y="38400"/>
                  </a:cubicBezTo>
                  <a:cubicBezTo>
                    <a:pt x="100800" y="38400"/>
                    <a:pt x="100800" y="38400"/>
                    <a:pt x="100800" y="38400"/>
                  </a:cubicBezTo>
                  <a:cubicBezTo>
                    <a:pt x="100800" y="38400"/>
                    <a:pt x="100800" y="38400"/>
                    <a:pt x="100800" y="38400"/>
                  </a:cubicBezTo>
                  <a:cubicBezTo>
                    <a:pt x="100800" y="38400"/>
                    <a:pt x="100800" y="38400"/>
                    <a:pt x="100800" y="40800"/>
                  </a:cubicBezTo>
                  <a:cubicBezTo>
                    <a:pt x="103200" y="40800"/>
                    <a:pt x="103200" y="40800"/>
                    <a:pt x="103200" y="40800"/>
                  </a:cubicBezTo>
                  <a:cubicBezTo>
                    <a:pt x="103200" y="40800"/>
                    <a:pt x="103200" y="40800"/>
                    <a:pt x="103200" y="40800"/>
                  </a:cubicBezTo>
                  <a:cubicBezTo>
                    <a:pt x="103200" y="40800"/>
                    <a:pt x="105600" y="40800"/>
                    <a:pt x="105600" y="43200"/>
                  </a:cubicBezTo>
                  <a:cubicBezTo>
                    <a:pt x="108000" y="43200"/>
                    <a:pt x="110400" y="43200"/>
                    <a:pt x="110400" y="43200"/>
                  </a:cubicBezTo>
                  <a:cubicBezTo>
                    <a:pt x="110400" y="43200"/>
                    <a:pt x="110400" y="43200"/>
                    <a:pt x="110400" y="43200"/>
                  </a:cubicBezTo>
                  <a:cubicBezTo>
                    <a:pt x="112800" y="43200"/>
                    <a:pt x="112800" y="43200"/>
                    <a:pt x="112800" y="43200"/>
                  </a:cubicBezTo>
                  <a:cubicBezTo>
                    <a:pt x="112800" y="43200"/>
                    <a:pt x="112800" y="43200"/>
                    <a:pt x="112800" y="43200"/>
                  </a:cubicBezTo>
                  <a:cubicBezTo>
                    <a:pt x="112800" y="45600"/>
                    <a:pt x="112800" y="45600"/>
                    <a:pt x="112800" y="45600"/>
                  </a:cubicBezTo>
                  <a:cubicBezTo>
                    <a:pt x="112800" y="48000"/>
                    <a:pt x="112800" y="48000"/>
                    <a:pt x="112800" y="50400"/>
                  </a:cubicBezTo>
                  <a:cubicBezTo>
                    <a:pt x="112800" y="50400"/>
                    <a:pt x="112800" y="50400"/>
                    <a:pt x="112800" y="50400"/>
                  </a:cubicBezTo>
                  <a:cubicBezTo>
                    <a:pt x="112800" y="50400"/>
                    <a:pt x="112800" y="52800"/>
                    <a:pt x="112800" y="52800"/>
                  </a:cubicBezTo>
                  <a:cubicBezTo>
                    <a:pt x="112800" y="52800"/>
                    <a:pt x="112800" y="52800"/>
                    <a:pt x="110400" y="52800"/>
                  </a:cubicBezTo>
                  <a:cubicBezTo>
                    <a:pt x="110400" y="52800"/>
                    <a:pt x="110400" y="52800"/>
                    <a:pt x="110400" y="55200"/>
                  </a:cubicBezTo>
                  <a:cubicBezTo>
                    <a:pt x="108000" y="55200"/>
                    <a:pt x="105600" y="55200"/>
                    <a:pt x="105600" y="55200"/>
                  </a:cubicBezTo>
                  <a:cubicBezTo>
                    <a:pt x="105600" y="55200"/>
                    <a:pt x="105600" y="55200"/>
                    <a:pt x="105600" y="57600"/>
                  </a:cubicBezTo>
                  <a:cubicBezTo>
                    <a:pt x="105600" y="57600"/>
                    <a:pt x="105600" y="57600"/>
                    <a:pt x="105600" y="57600"/>
                  </a:cubicBezTo>
                  <a:cubicBezTo>
                    <a:pt x="105600" y="60000"/>
                    <a:pt x="105600" y="60000"/>
                    <a:pt x="105600" y="60000"/>
                  </a:cubicBezTo>
                  <a:cubicBezTo>
                    <a:pt x="105600" y="60000"/>
                    <a:pt x="105600" y="62400"/>
                    <a:pt x="105600" y="62400"/>
                  </a:cubicBezTo>
                  <a:cubicBezTo>
                    <a:pt x="105600" y="62400"/>
                    <a:pt x="105600" y="62400"/>
                    <a:pt x="105600" y="62400"/>
                  </a:cubicBezTo>
                  <a:cubicBezTo>
                    <a:pt x="105600" y="62400"/>
                    <a:pt x="105600" y="62400"/>
                    <a:pt x="105600" y="64800"/>
                  </a:cubicBezTo>
                  <a:cubicBezTo>
                    <a:pt x="105600" y="64800"/>
                    <a:pt x="105600" y="64800"/>
                    <a:pt x="105600" y="64800"/>
                  </a:cubicBezTo>
                  <a:cubicBezTo>
                    <a:pt x="105600" y="67200"/>
                    <a:pt x="105600" y="67200"/>
                    <a:pt x="105600" y="67200"/>
                  </a:cubicBezTo>
                  <a:cubicBezTo>
                    <a:pt x="105600" y="67200"/>
                    <a:pt x="105600" y="67200"/>
                    <a:pt x="108000" y="67200"/>
                  </a:cubicBezTo>
                  <a:cubicBezTo>
                    <a:pt x="108000" y="67200"/>
                    <a:pt x="108000" y="67200"/>
                    <a:pt x="108000" y="67200"/>
                  </a:cubicBezTo>
                  <a:cubicBezTo>
                    <a:pt x="108000" y="67200"/>
                    <a:pt x="108000" y="67200"/>
                    <a:pt x="110400" y="67200"/>
                  </a:cubicBezTo>
                  <a:cubicBezTo>
                    <a:pt x="110400" y="69600"/>
                    <a:pt x="112800" y="69600"/>
                    <a:pt x="112800" y="69600"/>
                  </a:cubicBezTo>
                  <a:cubicBezTo>
                    <a:pt x="112800" y="69600"/>
                    <a:pt x="112800" y="69600"/>
                    <a:pt x="112800" y="69600"/>
                  </a:cubicBezTo>
                  <a:cubicBezTo>
                    <a:pt x="112800" y="72000"/>
                    <a:pt x="112800" y="72000"/>
                    <a:pt x="112800" y="72000"/>
                  </a:cubicBezTo>
                  <a:cubicBezTo>
                    <a:pt x="112800" y="72000"/>
                    <a:pt x="112800" y="72000"/>
                    <a:pt x="112800" y="72000"/>
                  </a:cubicBezTo>
                  <a:cubicBezTo>
                    <a:pt x="112800" y="74400"/>
                    <a:pt x="112800" y="74400"/>
                    <a:pt x="112800" y="74400"/>
                  </a:cubicBezTo>
                  <a:cubicBezTo>
                    <a:pt x="112800" y="76800"/>
                    <a:pt x="112800" y="76800"/>
                    <a:pt x="112800" y="79200"/>
                  </a:cubicBezTo>
                  <a:cubicBezTo>
                    <a:pt x="112800" y="79200"/>
                    <a:pt x="110400" y="79200"/>
                    <a:pt x="110400" y="79200"/>
                  </a:cubicBezTo>
                  <a:cubicBezTo>
                    <a:pt x="110400" y="79200"/>
                    <a:pt x="110400" y="79200"/>
                    <a:pt x="110400" y="79200"/>
                  </a:cubicBezTo>
                  <a:cubicBezTo>
                    <a:pt x="110400" y="79200"/>
                    <a:pt x="108000" y="79200"/>
                    <a:pt x="108000" y="79200"/>
                  </a:cubicBezTo>
                  <a:cubicBezTo>
                    <a:pt x="108000" y="79200"/>
                    <a:pt x="108000" y="79200"/>
                    <a:pt x="105600" y="79200"/>
                  </a:cubicBezTo>
                  <a:cubicBezTo>
                    <a:pt x="103200" y="79200"/>
                    <a:pt x="103200" y="79200"/>
                    <a:pt x="103200" y="79200"/>
                  </a:cubicBezTo>
                  <a:cubicBezTo>
                    <a:pt x="103200" y="79200"/>
                    <a:pt x="103200" y="79200"/>
                    <a:pt x="103200" y="81600"/>
                  </a:cubicBezTo>
                  <a:cubicBezTo>
                    <a:pt x="100800" y="81600"/>
                    <a:pt x="100800" y="81600"/>
                    <a:pt x="100800" y="81600"/>
                  </a:cubicBezTo>
                  <a:cubicBezTo>
                    <a:pt x="100800" y="84000"/>
                    <a:pt x="100800" y="84000"/>
                    <a:pt x="100800" y="84000"/>
                  </a:cubicBezTo>
                  <a:cubicBezTo>
                    <a:pt x="100800" y="84000"/>
                    <a:pt x="100800" y="84000"/>
                    <a:pt x="100800" y="84000"/>
                  </a:cubicBezTo>
                  <a:cubicBezTo>
                    <a:pt x="100800" y="84000"/>
                    <a:pt x="98400" y="86400"/>
                    <a:pt x="98400" y="86400"/>
                  </a:cubicBezTo>
                  <a:cubicBezTo>
                    <a:pt x="98400" y="86400"/>
                    <a:pt x="98400" y="88800"/>
                    <a:pt x="98400" y="88800"/>
                  </a:cubicBezTo>
                  <a:cubicBezTo>
                    <a:pt x="98400" y="88800"/>
                    <a:pt x="98400" y="88800"/>
                    <a:pt x="98400" y="88800"/>
                  </a:cubicBezTo>
                  <a:cubicBezTo>
                    <a:pt x="96000" y="88800"/>
                    <a:pt x="96000" y="88800"/>
                    <a:pt x="96000" y="88800"/>
                  </a:cubicBezTo>
                  <a:cubicBezTo>
                    <a:pt x="96000" y="88800"/>
                    <a:pt x="98400" y="91200"/>
                    <a:pt x="98400" y="91200"/>
                  </a:cubicBezTo>
                  <a:cubicBezTo>
                    <a:pt x="98400" y="93600"/>
                    <a:pt x="98400" y="93600"/>
                    <a:pt x="100800" y="93600"/>
                  </a:cubicBezTo>
                  <a:cubicBezTo>
                    <a:pt x="100800" y="96000"/>
                    <a:pt x="100800" y="96000"/>
                    <a:pt x="100800" y="96000"/>
                  </a:cubicBezTo>
                  <a:cubicBezTo>
                    <a:pt x="100800" y="96000"/>
                    <a:pt x="100800" y="96000"/>
                    <a:pt x="100800" y="98400"/>
                  </a:cubicBezTo>
                  <a:cubicBezTo>
                    <a:pt x="100800" y="98400"/>
                    <a:pt x="100800" y="98400"/>
                    <a:pt x="100800" y="98400"/>
                  </a:cubicBezTo>
                  <a:cubicBezTo>
                    <a:pt x="98400" y="98400"/>
                    <a:pt x="98400" y="100800"/>
                    <a:pt x="98400" y="100800"/>
                  </a:cubicBezTo>
                  <a:cubicBezTo>
                    <a:pt x="98400" y="100800"/>
                    <a:pt x="96000" y="100800"/>
                    <a:pt x="96000" y="103200"/>
                  </a:cubicBezTo>
                  <a:cubicBezTo>
                    <a:pt x="96000" y="103200"/>
                    <a:pt x="96000" y="103200"/>
                    <a:pt x="96000" y="103200"/>
                  </a:cubicBezTo>
                  <a:cubicBezTo>
                    <a:pt x="93600" y="103200"/>
                    <a:pt x="93600" y="103200"/>
                    <a:pt x="93600" y="103200"/>
                  </a:cubicBezTo>
                  <a:cubicBezTo>
                    <a:pt x="93600" y="103200"/>
                    <a:pt x="93600" y="103200"/>
                    <a:pt x="93600" y="103200"/>
                  </a:cubicBezTo>
                  <a:cubicBezTo>
                    <a:pt x="93600" y="103200"/>
                    <a:pt x="91200" y="100800"/>
                    <a:pt x="88800" y="100800"/>
                  </a:cubicBezTo>
                  <a:cubicBezTo>
                    <a:pt x="88800" y="100800"/>
                    <a:pt x="88800" y="100800"/>
                    <a:pt x="88800" y="100800"/>
                  </a:cubicBezTo>
                  <a:cubicBezTo>
                    <a:pt x="86400" y="98400"/>
                    <a:pt x="86400" y="98400"/>
                    <a:pt x="86400" y="98400"/>
                  </a:cubicBezTo>
                  <a:cubicBezTo>
                    <a:pt x="86400" y="98400"/>
                    <a:pt x="86400" y="98400"/>
                    <a:pt x="86400" y="98400"/>
                  </a:cubicBezTo>
                  <a:cubicBezTo>
                    <a:pt x="86400" y="100800"/>
                    <a:pt x="86400" y="100800"/>
                    <a:pt x="84000" y="100800"/>
                  </a:cubicBezTo>
                  <a:cubicBezTo>
                    <a:pt x="84000" y="100800"/>
                    <a:pt x="81600" y="103200"/>
                    <a:pt x="81600" y="103200"/>
                  </a:cubicBezTo>
                  <a:cubicBezTo>
                    <a:pt x="81600" y="103200"/>
                    <a:pt x="81600" y="103200"/>
                    <a:pt x="81600" y="103200"/>
                  </a:cubicBezTo>
                  <a:cubicBezTo>
                    <a:pt x="81600" y="103200"/>
                    <a:pt x="81600" y="103200"/>
                    <a:pt x="79200" y="103200"/>
                  </a:cubicBezTo>
                  <a:cubicBezTo>
                    <a:pt x="79200" y="103200"/>
                    <a:pt x="79200" y="103200"/>
                    <a:pt x="79200" y="103200"/>
                  </a:cubicBezTo>
                  <a:cubicBezTo>
                    <a:pt x="79200" y="103200"/>
                    <a:pt x="76800" y="103200"/>
                    <a:pt x="76800" y="103200"/>
                  </a:cubicBezTo>
                  <a:cubicBezTo>
                    <a:pt x="76800" y="103200"/>
                    <a:pt x="76800" y="105600"/>
                    <a:pt x="76800" y="108000"/>
                  </a:cubicBezTo>
                  <a:cubicBezTo>
                    <a:pt x="76800" y="110400"/>
                    <a:pt x="76800" y="110400"/>
                    <a:pt x="76800" y="110400"/>
                  </a:cubicBezTo>
                  <a:cubicBezTo>
                    <a:pt x="76800" y="112800"/>
                    <a:pt x="76800" y="112800"/>
                    <a:pt x="76800" y="112800"/>
                  </a:cubicBezTo>
                  <a:cubicBezTo>
                    <a:pt x="76800" y="112800"/>
                    <a:pt x="76800" y="112800"/>
                    <a:pt x="76800" y="112800"/>
                  </a:cubicBezTo>
                  <a:cubicBezTo>
                    <a:pt x="74400" y="112800"/>
                    <a:pt x="74400" y="115200"/>
                    <a:pt x="72000" y="115200"/>
                  </a:cubicBezTo>
                  <a:cubicBezTo>
                    <a:pt x="72000" y="115200"/>
                    <a:pt x="72000" y="115200"/>
                    <a:pt x="69600" y="115200"/>
                  </a:cubicBezTo>
                  <a:cubicBezTo>
                    <a:pt x="69600" y="115200"/>
                    <a:pt x="69600" y="115200"/>
                    <a:pt x="69600" y="115200"/>
                  </a:cubicBezTo>
                  <a:cubicBezTo>
                    <a:pt x="69600" y="115200"/>
                    <a:pt x="69600" y="115200"/>
                    <a:pt x="69600" y="115200"/>
                  </a:cubicBezTo>
                  <a:cubicBezTo>
                    <a:pt x="67200" y="115200"/>
                    <a:pt x="67200" y="115200"/>
                    <a:pt x="67200" y="112800"/>
                  </a:cubicBezTo>
                  <a:cubicBezTo>
                    <a:pt x="67200" y="112800"/>
                    <a:pt x="67200" y="112800"/>
                    <a:pt x="67200" y="112800"/>
                  </a:cubicBezTo>
                  <a:cubicBezTo>
                    <a:pt x="67200" y="112800"/>
                    <a:pt x="67200" y="110400"/>
                    <a:pt x="64800" y="110400"/>
                  </a:cubicBezTo>
                  <a:cubicBezTo>
                    <a:pt x="64800" y="110400"/>
                    <a:pt x="64800" y="108000"/>
                    <a:pt x="64800" y="108000"/>
                  </a:cubicBezTo>
                  <a:cubicBezTo>
                    <a:pt x="64800" y="108000"/>
                    <a:pt x="62400" y="108000"/>
                    <a:pt x="62400" y="108000"/>
                  </a:cubicBezTo>
                  <a:cubicBezTo>
                    <a:pt x="62400" y="108000"/>
                    <a:pt x="62400" y="108000"/>
                    <a:pt x="60000" y="108000"/>
                  </a:cubicBezTo>
                  <a:cubicBezTo>
                    <a:pt x="60000" y="108000"/>
                    <a:pt x="60000" y="108000"/>
                    <a:pt x="60000" y="108000"/>
                  </a:cubicBezTo>
                  <a:cubicBezTo>
                    <a:pt x="57600" y="108000"/>
                    <a:pt x="57600" y="108000"/>
                    <a:pt x="57600" y="108000"/>
                  </a:cubicBezTo>
                  <a:cubicBezTo>
                    <a:pt x="57600" y="108000"/>
                    <a:pt x="57600" y="108000"/>
                    <a:pt x="57600" y="108000"/>
                  </a:cubicBezTo>
                  <a:cubicBezTo>
                    <a:pt x="57600" y="108000"/>
                    <a:pt x="57600" y="108000"/>
                    <a:pt x="55200" y="108000"/>
                  </a:cubicBezTo>
                  <a:cubicBezTo>
                    <a:pt x="55200" y="108000"/>
                    <a:pt x="55200" y="108000"/>
                    <a:pt x="55200" y="108000"/>
                  </a:cubicBezTo>
                  <a:cubicBezTo>
                    <a:pt x="52800" y="108000"/>
                    <a:pt x="52800" y="108000"/>
                    <a:pt x="52800" y="108000"/>
                  </a:cubicBezTo>
                  <a:cubicBezTo>
                    <a:pt x="52800" y="108000"/>
                    <a:pt x="52800" y="108000"/>
                    <a:pt x="52800" y="108000"/>
                  </a:cubicBezTo>
                  <a:cubicBezTo>
                    <a:pt x="52800" y="110400"/>
                    <a:pt x="52800" y="110400"/>
                    <a:pt x="50400" y="110400"/>
                  </a:cubicBezTo>
                  <a:cubicBezTo>
                    <a:pt x="50400" y="112800"/>
                    <a:pt x="50400" y="112800"/>
                    <a:pt x="50400" y="112800"/>
                  </a:cubicBezTo>
                  <a:cubicBezTo>
                    <a:pt x="48000" y="115200"/>
                    <a:pt x="48000" y="115200"/>
                    <a:pt x="48000" y="115200"/>
                  </a:cubicBezTo>
                  <a:cubicBezTo>
                    <a:pt x="48000" y="115200"/>
                    <a:pt x="48000" y="115200"/>
                    <a:pt x="48000" y="115200"/>
                  </a:cubicBezTo>
                  <a:cubicBezTo>
                    <a:pt x="45600" y="115200"/>
                    <a:pt x="45600" y="115200"/>
                    <a:pt x="43200" y="115200"/>
                  </a:cubicBezTo>
                  <a:cubicBezTo>
                    <a:pt x="43200" y="112800"/>
                    <a:pt x="43200" y="112800"/>
                    <a:pt x="40800" y="112800"/>
                  </a:cubicBezTo>
                  <a:cubicBezTo>
                    <a:pt x="40800" y="112800"/>
                    <a:pt x="40800" y="112800"/>
                    <a:pt x="40800" y="112800"/>
                  </a:cubicBezTo>
                  <a:cubicBezTo>
                    <a:pt x="40800" y="112800"/>
                    <a:pt x="40800" y="112800"/>
                    <a:pt x="40800" y="112800"/>
                  </a:cubicBezTo>
                  <a:cubicBezTo>
                    <a:pt x="40800" y="112800"/>
                    <a:pt x="40800" y="112800"/>
                    <a:pt x="40800" y="110400"/>
                  </a:cubicBezTo>
                  <a:cubicBezTo>
                    <a:pt x="40800" y="110400"/>
                    <a:pt x="40800" y="110400"/>
                    <a:pt x="40800" y="110400"/>
                  </a:cubicBezTo>
                  <a:cubicBezTo>
                    <a:pt x="40800" y="108000"/>
                    <a:pt x="40800" y="108000"/>
                    <a:pt x="40800" y="108000"/>
                  </a:cubicBezTo>
                  <a:cubicBezTo>
                    <a:pt x="40800" y="105600"/>
                    <a:pt x="40800" y="103200"/>
                    <a:pt x="40800" y="103200"/>
                  </a:cubicBezTo>
                  <a:cubicBezTo>
                    <a:pt x="40800" y="103200"/>
                    <a:pt x="38400" y="103200"/>
                    <a:pt x="38400" y="103200"/>
                  </a:cubicBezTo>
                  <a:cubicBezTo>
                    <a:pt x="38400" y="103200"/>
                    <a:pt x="38400" y="103200"/>
                    <a:pt x="36000" y="103200"/>
                  </a:cubicBezTo>
                  <a:cubicBezTo>
                    <a:pt x="36000" y="103200"/>
                    <a:pt x="36000" y="100800"/>
                    <a:pt x="36000" y="100800"/>
                  </a:cubicBezTo>
                  <a:cubicBezTo>
                    <a:pt x="36000" y="100800"/>
                    <a:pt x="33600" y="100800"/>
                    <a:pt x="33600" y="100800"/>
                  </a:cubicBezTo>
                  <a:cubicBezTo>
                    <a:pt x="33600" y="100800"/>
                    <a:pt x="33600" y="100800"/>
                    <a:pt x="33600" y="100800"/>
                  </a:cubicBezTo>
                  <a:cubicBezTo>
                    <a:pt x="31200" y="98400"/>
                    <a:pt x="31200" y="98400"/>
                    <a:pt x="31200" y="98400"/>
                  </a:cubicBezTo>
                  <a:cubicBezTo>
                    <a:pt x="31200" y="98400"/>
                    <a:pt x="31200" y="98400"/>
                    <a:pt x="31200" y="98400"/>
                  </a:cubicBezTo>
                  <a:cubicBezTo>
                    <a:pt x="31200" y="98400"/>
                    <a:pt x="31200" y="98400"/>
                    <a:pt x="31200" y="98400"/>
                  </a:cubicBezTo>
                  <a:cubicBezTo>
                    <a:pt x="31200" y="98400"/>
                    <a:pt x="28800" y="98400"/>
                    <a:pt x="26400" y="100800"/>
                  </a:cubicBezTo>
                  <a:cubicBezTo>
                    <a:pt x="26400" y="100800"/>
                    <a:pt x="26400" y="100800"/>
                    <a:pt x="26400" y="100800"/>
                  </a:cubicBezTo>
                  <a:cubicBezTo>
                    <a:pt x="24000" y="100800"/>
                    <a:pt x="24000" y="100800"/>
                    <a:pt x="24000" y="100800"/>
                  </a:cubicBezTo>
                  <a:cubicBezTo>
                    <a:pt x="24000" y="103200"/>
                    <a:pt x="24000" y="103200"/>
                    <a:pt x="21600" y="103200"/>
                  </a:cubicBezTo>
                  <a:cubicBezTo>
                    <a:pt x="21600" y="103200"/>
                    <a:pt x="21600" y="103200"/>
                    <a:pt x="21600" y="103200"/>
                  </a:cubicBezTo>
                  <a:cubicBezTo>
                    <a:pt x="21600" y="103200"/>
                    <a:pt x="21600" y="100800"/>
                    <a:pt x="21600" y="100800"/>
                  </a:cubicBezTo>
                  <a:cubicBezTo>
                    <a:pt x="21600" y="100800"/>
                    <a:pt x="19200" y="100800"/>
                    <a:pt x="19200" y="98400"/>
                  </a:cubicBezTo>
                  <a:cubicBezTo>
                    <a:pt x="19200" y="98400"/>
                    <a:pt x="16800" y="98400"/>
                    <a:pt x="16800" y="98400"/>
                  </a:cubicBezTo>
                  <a:cubicBezTo>
                    <a:pt x="16800" y="96000"/>
                    <a:pt x="16800" y="96000"/>
                    <a:pt x="16800" y="96000"/>
                  </a:cubicBezTo>
                  <a:cubicBezTo>
                    <a:pt x="16800" y="96000"/>
                    <a:pt x="16800" y="96000"/>
                    <a:pt x="16800" y="93600"/>
                  </a:cubicBezTo>
                  <a:cubicBezTo>
                    <a:pt x="16800" y="93600"/>
                    <a:pt x="16800" y="93600"/>
                    <a:pt x="19200" y="91200"/>
                  </a:cubicBezTo>
                  <a:cubicBezTo>
                    <a:pt x="19200" y="91200"/>
                    <a:pt x="19200" y="88800"/>
                    <a:pt x="19200" y="88800"/>
                  </a:cubicBezTo>
                  <a:cubicBezTo>
                    <a:pt x="19200" y="88800"/>
                    <a:pt x="21600" y="88800"/>
                    <a:pt x="21600" y="88800"/>
                  </a:cubicBezTo>
                  <a:cubicBezTo>
                    <a:pt x="21600" y="88800"/>
                    <a:pt x="21600" y="88800"/>
                    <a:pt x="19200" y="88800"/>
                  </a:cubicBezTo>
                  <a:cubicBezTo>
                    <a:pt x="19200" y="86400"/>
                    <a:pt x="19200" y="86400"/>
                    <a:pt x="19200" y="86400"/>
                  </a:cubicBezTo>
                  <a:cubicBezTo>
                    <a:pt x="19200" y="84000"/>
                    <a:pt x="16800" y="84000"/>
                    <a:pt x="16800" y="84000"/>
                  </a:cubicBezTo>
                  <a:cubicBezTo>
                    <a:pt x="16800" y="84000"/>
                    <a:pt x="16800" y="84000"/>
                    <a:pt x="16800" y="84000"/>
                  </a:cubicBezTo>
                  <a:cubicBezTo>
                    <a:pt x="16800" y="81600"/>
                    <a:pt x="16800" y="81600"/>
                    <a:pt x="16800" y="81600"/>
                  </a:cubicBezTo>
                  <a:cubicBezTo>
                    <a:pt x="16800" y="81600"/>
                    <a:pt x="16800" y="79200"/>
                    <a:pt x="16800" y="79200"/>
                  </a:cubicBezTo>
                  <a:cubicBezTo>
                    <a:pt x="14400" y="79200"/>
                    <a:pt x="14400" y="79200"/>
                    <a:pt x="14400" y="79200"/>
                  </a:cubicBezTo>
                  <a:cubicBezTo>
                    <a:pt x="14400" y="79200"/>
                    <a:pt x="14400" y="79200"/>
                    <a:pt x="14400" y="79200"/>
                  </a:cubicBezTo>
                  <a:cubicBezTo>
                    <a:pt x="14400" y="79200"/>
                    <a:pt x="14400" y="79200"/>
                    <a:pt x="12000" y="79200"/>
                  </a:cubicBezTo>
                  <a:cubicBezTo>
                    <a:pt x="9600" y="79200"/>
                    <a:pt x="7200" y="79200"/>
                    <a:pt x="7200" y="79200"/>
                  </a:cubicBezTo>
                  <a:cubicBezTo>
                    <a:pt x="7200" y="79200"/>
                    <a:pt x="7200" y="79200"/>
                    <a:pt x="7200" y="79200"/>
                  </a:cubicBezTo>
                  <a:cubicBezTo>
                    <a:pt x="7200" y="79200"/>
                    <a:pt x="7200" y="79200"/>
                    <a:pt x="7200" y="79200"/>
                  </a:cubicBezTo>
                  <a:cubicBezTo>
                    <a:pt x="7200" y="79200"/>
                    <a:pt x="7200" y="76800"/>
                    <a:pt x="7200" y="76800"/>
                  </a:cubicBezTo>
                  <a:cubicBezTo>
                    <a:pt x="4800" y="76800"/>
                    <a:pt x="4800" y="74400"/>
                    <a:pt x="4800" y="74400"/>
                  </a:cubicBezTo>
                  <a:cubicBezTo>
                    <a:pt x="4800" y="74400"/>
                    <a:pt x="4800" y="72000"/>
                    <a:pt x="4800" y="72000"/>
                  </a:cubicBezTo>
                  <a:cubicBezTo>
                    <a:pt x="4800" y="72000"/>
                    <a:pt x="4800" y="69600"/>
                    <a:pt x="4800" y="69600"/>
                  </a:cubicBezTo>
                  <a:cubicBezTo>
                    <a:pt x="4800" y="69600"/>
                    <a:pt x="4800" y="69600"/>
                    <a:pt x="4800" y="69600"/>
                  </a:cubicBezTo>
                  <a:cubicBezTo>
                    <a:pt x="4800" y="69600"/>
                    <a:pt x="7200" y="69600"/>
                    <a:pt x="7200" y="67200"/>
                  </a:cubicBezTo>
                  <a:cubicBezTo>
                    <a:pt x="7200" y="67200"/>
                    <a:pt x="7200" y="67200"/>
                    <a:pt x="9600" y="67200"/>
                  </a:cubicBezTo>
                  <a:cubicBezTo>
                    <a:pt x="9600" y="67200"/>
                    <a:pt x="12000" y="64800"/>
                    <a:pt x="12000" y="64800"/>
                  </a:cubicBezTo>
                  <a:cubicBezTo>
                    <a:pt x="12000" y="64800"/>
                    <a:pt x="12000" y="64800"/>
                    <a:pt x="12000" y="64800"/>
                  </a:cubicBezTo>
                  <a:cubicBezTo>
                    <a:pt x="12000" y="64800"/>
                    <a:pt x="12000" y="62400"/>
                    <a:pt x="12000" y="62400"/>
                  </a:cubicBezTo>
                  <a:cubicBezTo>
                    <a:pt x="12000" y="62400"/>
                    <a:pt x="12000" y="60000"/>
                    <a:pt x="12000" y="60000"/>
                  </a:cubicBezTo>
                  <a:cubicBezTo>
                    <a:pt x="12000" y="60000"/>
                    <a:pt x="12000" y="60000"/>
                    <a:pt x="12000" y="60000"/>
                  </a:cubicBezTo>
                  <a:cubicBezTo>
                    <a:pt x="12000" y="60000"/>
                    <a:pt x="12000" y="60000"/>
                    <a:pt x="12000" y="60000"/>
                  </a:cubicBezTo>
                  <a:cubicBezTo>
                    <a:pt x="12000" y="57600"/>
                    <a:pt x="12000" y="57600"/>
                    <a:pt x="12000" y="57600"/>
                  </a:cubicBezTo>
                  <a:cubicBezTo>
                    <a:pt x="12000" y="57600"/>
                    <a:pt x="12000" y="55200"/>
                    <a:pt x="12000" y="55200"/>
                  </a:cubicBezTo>
                  <a:cubicBezTo>
                    <a:pt x="12000" y="55200"/>
                    <a:pt x="12000" y="55200"/>
                    <a:pt x="12000" y="55200"/>
                  </a:cubicBezTo>
                  <a:cubicBezTo>
                    <a:pt x="12000" y="55200"/>
                    <a:pt x="12000" y="55200"/>
                    <a:pt x="12000" y="55200"/>
                  </a:cubicBezTo>
                  <a:cubicBezTo>
                    <a:pt x="12000" y="55200"/>
                    <a:pt x="9600" y="55200"/>
                    <a:pt x="9600" y="52800"/>
                  </a:cubicBezTo>
                  <a:cubicBezTo>
                    <a:pt x="9600" y="52800"/>
                    <a:pt x="9600" y="52800"/>
                    <a:pt x="9600" y="52800"/>
                  </a:cubicBezTo>
                  <a:cubicBezTo>
                    <a:pt x="7200" y="52800"/>
                    <a:pt x="7200" y="50400"/>
                    <a:pt x="7200" y="50400"/>
                  </a:cubicBezTo>
                  <a:cubicBezTo>
                    <a:pt x="4800" y="50400"/>
                    <a:pt x="4800" y="50400"/>
                    <a:pt x="4800" y="50400"/>
                  </a:cubicBezTo>
                  <a:cubicBezTo>
                    <a:pt x="4800" y="50400"/>
                    <a:pt x="4800" y="50400"/>
                    <a:pt x="4800" y="50400"/>
                  </a:cubicBezTo>
                  <a:cubicBezTo>
                    <a:pt x="4800" y="50400"/>
                    <a:pt x="4800" y="48000"/>
                    <a:pt x="4800" y="48000"/>
                  </a:cubicBezTo>
                  <a:cubicBezTo>
                    <a:pt x="4800" y="48000"/>
                    <a:pt x="4800" y="45600"/>
                    <a:pt x="4800" y="45600"/>
                  </a:cubicBezTo>
                  <a:cubicBezTo>
                    <a:pt x="4800" y="45600"/>
                    <a:pt x="7200" y="43200"/>
                    <a:pt x="7200" y="43200"/>
                  </a:cubicBezTo>
                  <a:cubicBezTo>
                    <a:pt x="7200" y="43200"/>
                    <a:pt x="7200" y="40800"/>
                    <a:pt x="7200" y="40800"/>
                  </a:cubicBezTo>
                  <a:cubicBezTo>
                    <a:pt x="7200" y="40800"/>
                    <a:pt x="7200" y="40800"/>
                    <a:pt x="9600" y="40800"/>
                  </a:cubicBezTo>
                  <a:cubicBezTo>
                    <a:pt x="9600" y="40800"/>
                    <a:pt x="9600" y="40800"/>
                    <a:pt x="9600" y="40800"/>
                  </a:cubicBezTo>
                  <a:cubicBezTo>
                    <a:pt x="9600" y="40800"/>
                    <a:pt x="12000" y="40800"/>
                    <a:pt x="12000" y="40800"/>
                  </a:cubicBezTo>
                  <a:cubicBezTo>
                    <a:pt x="14400" y="40800"/>
                    <a:pt x="16800" y="40800"/>
                    <a:pt x="16800" y="40800"/>
                  </a:cubicBezTo>
                  <a:cubicBezTo>
                    <a:pt x="16800" y="40800"/>
                    <a:pt x="16800" y="40800"/>
                    <a:pt x="16800" y="40800"/>
                  </a:cubicBezTo>
                  <a:cubicBezTo>
                    <a:pt x="16800" y="40800"/>
                    <a:pt x="16800" y="38400"/>
                    <a:pt x="16800" y="38400"/>
                  </a:cubicBezTo>
                  <a:cubicBezTo>
                    <a:pt x="16800" y="38400"/>
                    <a:pt x="16800" y="38400"/>
                    <a:pt x="16800" y="36000"/>
                  </a:cubicBezTo>
                  <a:cubicBezTo>
                    <a:pt x="19200" y="36000"/>
                    <a:pt x="19200" y="36000"/>
                    <a:pt x="19200" y="36000"/>
                  </a:cubicBezTo>
                  <a:cubicBezTo>
                    <a:pt x="19200" y="36000"/>
                    <a:pt x="19200" y="36000"/>
                    <a:pt x="19200" y="33600"/>
                  </a:cubicBezTo>
                  <a:cubicBezTo>
                    <a:pt x="19200" y="33600"/>
                    <a:pt x="21600" y="33600"/>
                    <a:pt x="21600" y="33600"/>
                  </a:cubicBezTo>
                  <a:cubicBezTo>
                    <a:pt x="21600" y="33600"/>
                    <a:pt x="21600" y="31200"/>
                    <a:pt x="21600" y="31200"/>
                  </a:cubicBezTo>
                  <a:cubicBezTo>
                    <a:pt x="21600" y="31200"/>
                    <a:pt x="21600" y="31200"/>
                    <a:pt x="21600" y="31200"/>
                  </a:cubicBezTo>
                  <a:cubicBezTo>
                    <a:pt x="21600" y="31200"/>
                    <a:pt x="19200" y="31200"/>
                    <a:pt x="19200" y="28800"/>
                  </a:cubicBezTo>
                  <a:cubicBezTo>
                    <a:pt x="19200" y="28800"/>
                    <a:pt x="19200" y="26400"/>
                    <a:pt x="19200" y="26400"/>
                  </a:cubicBezTo>
                  <a:cubicBezTo>
                    <a:pt x="19200" y="26400"/>
                    <a:pt x="16800" y="26400"/>
                    <a:pt x="16800" y="26400"/>
                  </a:cubicBezTo>
                  <a:cubicBezTo>
                    <a:pt x="16800" y="24000"/>
                    <a:pt x="16800" y="24000"/>
                    <a:pt x="16800" y="24000"/>
                  </a:cubicBezTo>
                  <a:cubicBezTo>
                    <a:pt x="16800" y="24000"/>
                    <a:pt x="16800" y="24000"/>
                    <a:pt x="19200" y="24000"/>
                  </a:cubicBezTo>
                  <a:cubicBezTo>
                    <a:pt x="19200" y="21600"/>
                    <a:pt x="19200" y="21600"/>
                    <a:pt x="19200" y="21600"/>
                  </a:cubicBezTo>
                  <a:cubicBezTo>
                    <a:pt x="21600" y="19200"/>
                    <a:pt x="21600" y="19200"/>
                    <a:pt x="21600" y="19200"/>
                  </a:cubicBezTo>
                  <a:cubicBezTo>
                    <a:pt x="24000" y="19200"/>
                    <a:pt x="24000" y="19200"/>
                    <a:pt x="24000" y="19200"/>
                  </a:cubicBezTo>
                  <a:cubicBezTo>
                    <a:pt x="24000" y="16800"/>
                    <a:pt x="24000" y="16800"/>
                    <a:pt x="24000" y="19200"/>
                  </a:cubicBezTo>
                  <a:cubicBezTo>
                    <a:pt x="24000" y="19200"/>
                    <a:pt x="24000" y="19200"/>
                    <a:pt x="24000" y="19200"/>
                  </a:cubicBezTo>
                  <a:cubicBezTo>
                    <a:pt x="24000" y="19200"/>
                    <a:pt x="26400" y="19200"/>
                    <a:pt x="28800" y="19200"/>
                  </a:cubicBezTo>
                  <a:cubicBezTo>
                    <a:pt x="28800" y="21600"/>
                    <a:pt x="28800" y="21600"/>
                    <a:pt x="31200" y="21600"/>
                  </a:cubicBezTo>
                  <a:cubicBezTo>
                    <a:pt x="31200" y="21600"/>
                    <a:pt x="31200" y="21600"/>
                    <a:pt x="31200" y="21600"/>
                  </a:cubicBezTo>
                  <a:cubicBezTo>
                    <a:pt x="31200" y="21600"/>
                    <a:pt x="31200" y="21600"/>
                    <a:pt x="31200" y="21600"/>
                  </a:cubicBezTo>
                  <a:cubicBezTo>
                    <a:pt x="33600" y="21600"/>
                    <a:pt x="33600" y="21600"/>
                    <a:pt x="33600" y="21600"/>
                  </a:cubicBezTo>
                  <a:cubicBezTo>
                    <a:pt x="36000" y="19200"/>
                    <a:pt x="36000" y="19200"/>
                    <a:pt x="36000" y="19200"/>
                  </a:cubicBezTo>
                  <a:cubicBezTo>
                    <a:pt x="36000" y="19200"/>
                    <a:pt x="36000" y="19200"/>
                    <a:pt x="36000" y="19200"/>
                  </a:cubicBezTo>
                  <a:cubicBezTo>
                    <a:pt x="36000" y="19200"/>
                    <a:pt x="38400" y="19200"/>
                    <a:pt x="38400" y="16800"/>
                  </a:cubicBezTo>
                  <a:cubicBezTo>
                    <a:pt x="38400" y="16800"/>
                    <a:pt x="38400" y="16800"/>
                    <a:pt x="40800" y="16800"/>
                  </a:cubicBezTo>
                  <a:cubicBezTo>
                    <a:pt x="40800" y="16800"/>
                    <a:pt x="40800" y="16800"/>
                    <a:pt x="40800" y="16800"/>
                  </a:cubicBezTo>
                  <a:cubicBezTo>
                    <a:pt x="40800" y="16800"/>
                    <a:pt x="40800" y="14400"/>
                    <a:pt x="40800" y="14400"/>
                  </a:cubicBezTo>
                  <a:cubicBezTo>
                    <a:pt x="40800" y="12000"/>
                    <a:pt x="40800" y="9600"/>
                    <a:pt x="40800" y="9600"/>
                  </a:cubicBezTo>
                  <a:cubicBezTo>
                    <a:pt x="40800" y="9600"/>
                    <a:pt x="40800" y="7200"/>
                    <a:pt x="40800" y="7200"/>
                  </a:cubicBezTo>
                  <a:cubicBezTo>
                    <a:pt x="40800" y="7200"/>
                    <a:pt x="40800" y="7200"/>
                    <a:pt x="43200" y="7200"/>
                  </a:cubicBezTo>
                  <a:cubicBezTo>
                    <a:pt x="43200" y="7200"/>
                    <a:pt x="43200" y="7200"/>
                    <a:pt x="45600" y="7200"/>
                  </a:cubicBezTo>
                  <a:cubicBezTo>
                    <a:pt x="45600" y="7200"/>
                    <a:pt x="48000" y="7200"/>
                    <a:pt x="48000" y="7200"/>
                  </a:cubicBezTo>
                  <a:cubicBezTo>
                    <a:pt x="48000" y="4800"/>
                    <a:pt x="50400" y="4800"/>
                    <a:pt x="50400" y="4800"/>
                  </a:cubicBezTo>
                  <a:cubicBezTo>
                    <a:pt x="50400" y="4800"/>
                    <a:pt x="50400" y="4800"/>
                    <a:pt x="50400" y="4800"/>
                  </a:cubicBezTo>
                  <a:cubicBezTo>
                    <a:pt x="50400" y="7200"/>
                    <a:pt x="50400" y="7200"/>
                    <a:pt x="50400" y="7200"/>
                  </a:cubicBezTo>
                  <a:cubicBezTo>
                    <a:pt x="50400" y="7200"/>
                    <a:pt x="50400" y="7200"/>
                    <a:pt x="50400" y="7200"/>
                  </a:cubicBezTo>
                  <a:cubicBezTo>
                    <a:pt x="52800" y="9600"/>
                    <a:pt x="52800" y="9600"/>
                    <a:pt x="52800" y="9600"/>
                  </a:cubicBezTo>
                  <a:cubicBezTo>
                    <a:pt x="52800" y="12000"/>
                    <a:pt x="55200" y="14400"/>
                    <a:pt x="55200" y="14400"/>
                  </a:cubicBezTo>
                  <a:cubicBezTo>
                    <a:pt x="55200" y="14400"/>
                    <a:pt x="55200" y="14400"/>
                    <a:pt x="55200" y="14400"/>
                  </a:cubicBezTo>
                  <a:cubicBezTo>
                    <a:pt x="55200" y="14400"/>
                    <a:pt x="57600" y="12000"/>
                    <a:pt x="57600" y="12000"/>
                  </a:cubicBezTo>
                  <a:cubicBezTo>
                    <a:pt x="57600" y="12000"/>
                    <a:pt x="57600" y="12000"/>
                    <a:pt x="60000" y="12000"/>
                  </a:cubicBezTo>
                  <a:cubicBezTo>
                    <a:pt x="60000" y="12000"/>
                    <a:pt x="60000" y="12000"/>
                    <a:pt x="60000" y="12000"/>
                  </a:cubicBezTo>
                  <a:cubicBezTo>
                    <a:pt x="60000" y="12000"/>
                    <a:pt x="60000" y="12000"/>
                    <a:pt x="60000" y="12000"/>
                  </a:cubicBezTo>
                  <a:cubicBezTo>
                    <a:pt x="60000" y="12000"/>
                    <a:pt x="62400" y="12000"/>
                    <a:pt x="62400" y="12000"/>
                  </a:cubicBezTo>
                  <a:cubicBezTo>
                    <a:pt x="62400" y="14400"/>
                    <a:pt x="64800" y="14400"/>
                    <a:pt x="64800" y="14400"/>
                  </a:cubicBezTo>
                  <a:cubicBezTo>
                    <a:pt x="64800" y="14400"/>
                    <a:pt x="64800" y="14400"/>
                    <a:pt x="64800" y="14400"/>
                  </a:cubicBezTo>
                  <a:cubicBezTo>
                    <a:pt x="64800" y="14400"/>
                    <a:pt x="64800" y="12000"/>
                    <a:pt x="64800" y="12000"/>
                  </a:cubicBezTo>
                  <a:cubicBezTo>
                    <a:pt x="64800" y="12000"/>
                    <a:pt x="67200" y="12000"/>
                    <a:pt x="67200" y="9600"/>
                  </a:cubicBezTo>
                  <a:cubicBezTo>
                    <a:pt x="67200" y="9600"/>
                    <a:pt x="69600" y="7200"/>
                    <a:pt x="69600" y="7200"/>
                  </a:cubicBezTo>
                  <a:cubicBezTo>
                    <a:pt x="69600" y="7200"/>
                    <a:pt x="69600" y="4800"/>
                    <a:pt x="69600" y="7200"/>
                  </a:cubicBezTo>
                  <a:cubicBezTo>
                    <a:pt x="69600" y="7200"/>
                    <a:pt x="69600" y="7200"/>
                    <a:pt x="72000" y="7200"/>
                  </a:cubicBezTo>
                  <a:cubicBezTo>
                    <a:pt x="72000" y="7200"/>
                    <a:pt x="72000" y="7200"/>
                    <a:pt x="74400" y="7200"/>
                  </a:cubicBezTo>
                  <a:cubicBezTo>
                    <a:pt x="74400" y="7200"/>
                    <a:pt x="76800" y="7200"/>
                    <a:pt x="76800" y="7200"/>
                  </a:cubicBezTo>
                  <a:cubicBezTo>
                    <a:pt x="76800" y="7200"/>
                    <a:pt x="79200" y="7200"/>
                    <a:pt x="79200" y="7200"/>
                  </a:cubicBezTo>
                  <a:cubicBezTo>
                    <a:pt x="79200" y="7200"/>
                    <a:pt x="79200" y="7200"/>
                    <a:pt x="79200" y="7200"/>
                  </a:cubicBezTo>
                  <a:cubicBezTo>
                    <a:pt x="79200" y="9600"/>
                    <a:pt x="79200" y="9600"/>
                    <a:pt x="79200" y="9600"/>
                  </a:cubicBezTo>
                  <a:cubicBezTo>
                    <a:pt x="79200" y="9600"/>
                    <a:pt x="79200" y="9600"/>
                    <a:pt x="79200" y="12000"/>
                  </a:cubicBezTo>
                  <a:cubicBezTo>
                    <a:pt x="79200" y="12000"/>
                    <a:pt x="79200" y="12000"/>
                    <a:pt x="79200" y="14400"/>
                  </a:cubicBezTo>
                  <a:cubicBezTo>
                    <a:pt x="79200" y="14400"/>
                    <a:pt x="79200" y="16800"/>
                    <a:pt x="79200" y="16800"/>
                  </a:cubicBezTo>
                  <a:cubicBezTo>
                    <a:pt x="79200" y="16800"/>
                    <a:pt x="79200" y="16800"/>
                    <a:pt x="79200" y="16800"/>
                  </a:cubicBezTo>
                  <a:cubicBezTo>
                    <a:pt x="79200" y="16800"/>
                    <a:pt x="81600" y="19200"/>
                    <a:pt x="81600" y="19200"/>
                  </a:cubicBezTo>
                  <a:cubicBezTo>
                    <a:pt x="81600" y="19200"/>
                    <a:pt x="81600" y="19200"/>
                    <a:pt x="81600" y="19200"/>
                  </a:cubicBezTo>
                  <a:cubicBezTo>
                    <a:pt x="84000" y="19200"/>
                    <a:pt x="84000" y="19200"/>
                    <a:pt x="84000" y="19200"/>
                  </a:cubicBezTo>
                  <a:cubicBezTo>
                    <a:pt x="84000" y="19200"/>
                    <a:pt x="84000" y="21600"/>
                    <a:pt x="86400" y="21600"/>
                  </a:cubicBezTo>
                  <a:cubicBezTo>
                    <a:pt x="86400" y="21600"/>
                    <a:pt x="86400" y="21600"/>
                    <a:pt x="86400" y="21600"/>
                  </a:cubicBezTo>
                  <a:cubicBezTo>
                    <a:pt x="86400" y="21600"/>
                    <a:pt x="86400" y="21600"/>
                    <a:pt x="86400" y="21600"/>
                  </a:cubicBezTo>
                  <a:cubicBezTo>
                    <a:pt x="88800" y="21600"/>
                    <a:pt x="88800" y="21600"/>
                    <a:pt x="88800" y="21600"/>
                  </a:cubicBezTo>
                  <a:cubicBezTo>
                    <a:pt x="88800" y="21600"/>
                    <a:pt x="88800" y="21600"/>
                    <a:pt x="91200" y="21600"/>
                  </a:cubicBezTo>
                  <a:cubicBezTo>
                    <a:pt x="91200" y="21600"/>
                    <a:pt x="91200" y="19200"/>
                    <a:pt x="93600" y="19200"/>
                  </a:cubicBezTo>
                  <a:cubicBezTo>
                    <a:pt x="93600" y="19200"/>
                    <a:pt x="93600" y="19200"/>
                    <a:pt x="93600" y="19200"/>
                  </a:cubicBezTo>
                  <a:cubicBezTo>
                    <a:pt x="96000" y="19200"/>
                    <a:pt x="96000" y="19200"/>
                    <a:pt x="96000" y="19200"/>
                  </a:cubicBezTo>
                  <a:moveTo>
                    <a:pt x="38400" y="93600"/>
                  </a:moveTo>
                  <a:cubicBezTo>
                    <a:pt x="38400" y="93600"/>
                    <a:pt x="38400" y="93600"/>
                    <a:pt x="40800" y="93600"/>
                  </a:cubicBezTo>
                  <a:cubicBezTo>
                    <a:pt x="40800" y="96000"/>
                    <a:pt x="40800" y="96000"/>
                    <a:pt x="40800" y="96000"/>
                  </a:cubicBezTo>
                  <a:cubicBezTo>
                    <a:pt x="40800" y="96000"/>
                    <a:pt x="40800" y="96000"/>
                    <a:pt x="40800" y="96000"/>
                  </a:cubicBezTo>
                  <a:cubicBezTo>
                    <a:pt x="43200" y="96000"/>
                    <a:pt x="45600" y="98400"/>
                    <a:pt x="48000" y="98400"/>
                  </a:cubicBezTo>
                  <a:cubicBezTo>
                    <a:pt x="50400" y="98400"/>
                    <a:pt x="52800" y="98400"/>
                    <a:pt x="55200" y="100800"/>
                  </a:cubicBezTo>
                  <a:cubicBezTo>
                    <a:pt x="55200" y="100800"/>
                    <a:pt x="57600" y="100800"/>
                    <a:pt x="57600" y="100800"/>
                  </a:cubicBezTo>
                  <a:cubicBezTo>
                    <a:pt x="57600" y="100800"/>
                    <a:pt x="57600" y="100800"/>
                    <a:pt x="57600" y="100800"/>
                  </a:cubicBezTo>
                  <a:cubicBezTo>
                    <a:pt x="57600" y="100800"/>
                    <a:pt x="60000" y="100800"/>
                    <a:pt x="60000" y="100800"/>
                  </a:cubicBezTo>
                  <a:cubicBezTo>
                    <a:pt x="60000" y="100800"/>
                    <a:pt x="60000" y="100800"/>
                    <a:pt x="62400" y="100800"/>
                  </a:cubicBezTo>
                  <a:cubicBezTo>
                    <a:pt x="64800" y="100800"/>
                    <a:pt x="67200" y="98400"/>
                    <a:pt x="69600" y="98400"/>
                  </a:cubicBezTo>
                  <a:cubicBezTo>
                    <a:pt x="72000" y="98400"/>
                    <a:pt x="74400" y="98400"/>
                    <a:pt x="74400" y="96000"/>
                  </a:cubicBezTo>
                  <a:cubicBezTo>
                    <a:pt x="76800" y="96000"/>
                    <a:pt x="76800" y="96000"/>
                    <a:pt x="76800" y="96000"/>
                  </a:cubicBezTo>
                  <a:cubicBezTo>
                    <a:pt x="79200" y="96000"/>
                    <a:pt x="79200" y="96000"/>
                    <a:pt x="79200" y="96000"/>
                  </a:cubicBezTo>
                  <a:cubicBezTo>
                    <a:pt x="79200" y="96000"/>
                    <a:pt x="79200" y="93600"/>
                    <a:pt x="79200" y="93600"/>
                  </a:cubicBezTo>
                  <a:cubicBezTo>
                    <a:pt x="79200" y="93600"/>
                    <a:pt x="79200" y="93600"/>
                    <a:pt x="81600" y="93600"/>
                  </a:cubicBezTo>
                  <a:cubicBezTo>
                    <a:pt x="81600" y="91200"/>
                    <a:pt x="84000" y="91200"/>
                    <a:pt x="86400" y="88800"/>
                  </a:cubicBezTo>
                  <a:cubicBezTo>
                    <a:pt x="88800" y="86400"/>
                    <a:pt x="91200" y="84000"/>
                    <a:pt x="91200" y="84000"/>
                  </a:cubicBezTo>
                  <a:cubicBezTo>
                    <a:pt x="91200" y="84000"/>
                    <a:pt x="91200" y="81600"/>
                    <a:pt x="91200" y="81600"/>
                  </a:cubicBezTo>
                  <a:cubicBezTo>
                    <a:pt x="91200" y="81600"/>
                    <a:pt x="91200" y="81600"/>
                    <a:pt x="93600" y="81600"/>
                  </a:cubicBezTo>
                  <a:cubicBezTo>
                    <a:pt x="93600" y="81600"/>
                    <a:pt x="93600" y="81600"/>
                    <a:pt x="93600" y="81600"/>
                  </a:cubicBezTo>
                  <a:cubicBezTo>
                    <a:pt x="93600" y="81600"/>
                    <a:pt x="93600" y="81600"/>
                    <a:pt x="93600" y="79200"/>
                  </a:cubicBezTo>
                  <a:cubicBezTo>
                    <a:pt x="93600" y="79200"/>
                    <a:pt x="93600" y="79200"/>
                    <a:pt x="93600" y="79200"/>
                  </a:cubicBezTo>
                  <a:cubicBezTo>
                    <a:pt x="93600" y="79200"/>
                    <a:pt x="93600" y="79200"/>
                    <a:pt x="93600" y="76800"/>
                  </a:cubicBezTo>
                  <a:cubicBezTo>
                    <a:pt x="96000" y="76800"/>
                    <a:pt x="96000" y="74400"/>
                    <a:pt x="96000" y="72000"/>
                  </a:cubicBezTo>
                  <a:cubicBezTo>
                    <a:pt x="98400" y="69600"/>
                    <a:pt x="98400" y="67200"/>
                    <a:pt x="98400" y="64800"/>
                  </a:cubicBezTo>
                  <a:cubicBezTo>
                    <a:pt x="98400" y="62400"/>
                    <a:pt x="98400" y="62400"/>
                    <a:pt x="98400" y="62400"/>
                  </a:cubicBezTo>
                  <a:cubicBezTo>
                    <a:pt x="98400" y="62400"/>
                    <a:pt x="98400" y="60000"/>
                    <a:pt x="98400" y="60000"/>
                  </a:cubicBezTo>
                  <a:cubicBezTo>
                    <a:pt x="98400" y="60000"/>
                    <a:pt x="98400" y="60000"/>
                    <a:pt x="98400" y="60000"/>
                  </a:cubicBezTo>
                  <a:cubicBezTo>
                    <a:pt x="98400" y="60000"/>
                    <a:pt x="98400" y="60000"/>
                    <a:pt x="98400" y="57600"/>
                  </a:cubicBezTo>
                  <a:cubicBezTo>
                    <a:pt x="98400" y="55200"/>
                    <a:pt x="98400" y="52800"/>
                    <a:pt x="98400" y="50400"/>
                  </a:cubicBezTo>
                  <a:cubicBezTo>
                    <a:pt x="96000" y="48000"/>
                    <a:pt x="96000" y="45600"/>
                    <a:pt x="96000" y="43200"/>
                  </a:cubicBezTo>
                  <a:cubicBezTo>
                    <a:pt x="93600" y="43200"/>
                    <a:pt x="93600" y="43200"/>
                    <a:pt x="93600" y="43200"/>
                  </a:cubicBezTo>
                  <a:cubicBezTo>
                    <a:pt x="93600" y="40800"/>
                    <a:pt x="93600" y="40800"/>
                    <a:pt x="93600" y="40800"/>
                  </a:cubicBezTo>
                  <a:cubicBezTo>
                    <a:pt x="93600" y="40800"/>
                    <a:pt x="93600" y="40800"/>
                    <a:pt x="93600" y="40800"/>
                  </a:cubicBezTo>
                  <a:cubicBezTo>
                    <a:pt x="93600" y="40800"/>
                    <a:pt x="91200" y="38400"/>
                    <a:pt x="91200" y="38400"/>
                  </a:cubicBezTo>
                  <a:cubicBezTo>
                    <a:pt x="91200" y="36000"/>
                    <a:pt x="88800" y="36000"/>
                    <a:pt x="86400" y="33600"/>
                  </a:cubicBezTo>
                  <a:cubicBezTo>
                    <a:pt x="86400" y="31200"/>
                    <a:pt x="84000" y="28800"/>
                    <a:pt x="81600" y="28800"/>
                  </a:cubicBezTo>
                  <a:cubicBezTo>
                    <a:pt x="81600" y="28800"/>
                    <a:pt x="81600" y="28800"/>
                    <a:pt x="81600" y="28800"/>
                  </a:cubicBezTo>
                  <a:cubicBezTo>
                    <a:pt x="81600" y="28800"/>
                    <a:pt x="79200" y="26400"/>
                    <a:pt x="79200" y="26400"/>
                  </a:cubicBezTo>
                  <a:cubicBezTo>
                    <a:pt x="79200" y="26400"/>
                    <a:pt x="79200" y="26400"/>
                    <a:pt x="79200" y="26400"/>
                  </a:cubicBezTo>
                  <a:cubicBezTo>
                    <a:pt x="79200" y="26400"/>
                    <a:pt x="79200" y="26400"/>
                    <a:pt x="79200" y="26400"/>
                  </a:cubicBezTo>
                  <a:cubicBezTo>
                    <a:pt x="79200" y="26400"/>
                    <a:pt x="79200" y="26400"/>
                    <a:pt x="76800" y="26400"/>
                  </a:cubicBezTo>
                  <a:cubicBezTo>
                    <a:pt x="76800" y="26400"/>
                    <a:pt x="76800" y="26400"/>
                    <a:pt x="76800" y="26400"/>
                  </a:cubicBezTo>
                  <a:cubicBezTo>
                    <a:pt x="74400" y="24000"/>
                    <a:pt x="72000" y="24000"/>
                    <a:pt x="69600" y="21600"/>
                  </a:cubicBezTo>
                  <a:cubicBezTo>
                    <a:pt x="67200" y="21600"/>
                    <a:pt x="64800" y="21600"/>
                    <a:pt x="62400" y="21600"/>
                  </a:cubicBezTo>
                  <a:cubicBezTo>
                    <a:pt x="62400" y="21600"/>
                    <a:pt x="62400" y="21600"/>
                    <a:pt x="60000" y="21600"/>
                  </a:cubicBezTo>
                  <a:cubicBezTo>
                    <a:pt x="60000" y="21600"/>
                    <a:pt x="60000" y="21600"/>
                    <a:pt x="60000" y="21600"/>
                  </a:cubicBezTo>
                  <a:cubicBezTo>
                    <a:pt x="60000" y="21600"/>
                    <a:pt x="60000" y="21600"/>
                    <a:pt x="60000" y="21600"/>
                  </a:cubicBezTo>
                  <a:cubicBezTo>
                    <a:pt x="57600" y="21600"/>
                    <a:pt x="57600" y="21600"/>
                    <a:pt x="57600" y="21600"/>
                  </a:cubicBezTo>
                  <a:cubicBezTo>
                    <a:pt x="55200" y="21600"/>
                    <a:pt x="52800" y="21600"/>
                    <a:pt x="50400" y="21600"/>
                  </a:cubicBezTo>
                  <a:cubicBezTo>
                    <a:pt x="48000" y="24000"/>
                    <a:pt x="45600" y="24000"/>
                    <a:pt x="43200" y="24000"/>
                  </a:cubicBezTo>
                  <a:cubicBezTo>
                    <a:pt x="40800" y="24000"/>
                    <a:pt x="40800" y="26400"/>
                    <a:pt x="40800" y="26400"/>
                  </a:cubicBezTo>
                  <a:cubicBezTo>
                    <a:pt x="40800" y="26400"/>
                    <a:pt x="40800" y="26400"/>
                    <a:pt x="40800" y="26400"/>
                  </a:cubicBezTo>
                  <a:cubicBezTo>
                    <a:pt x="40800" y="26400"/>
                    <a:pt x="40800" y="26400"/>
                    <a:pt x="38400" y="26400"/>
                  </a:cubicBezTo>
                  <a:cubicBezTo>
                    <a:pt x="38400" y="26400"/>
                    <a:pt x="38400" y="26400"/>
                    <a:pt x="38400" y="28800"/>
                  </a:cubicBezTo>
                  <a:cubicBezTo>
                    <a:pt x="36000" y="28800"/>
                    <a:pt x="33600" y="31200"/>
                    <a:pt x="31200" y="31200"/>
                  </a:cubicBezTo>
                  <a:cubicBezTo>
                    <a:pt x="28800" y="33600"/>
                    <a:pt x="28800" y="36000"/>
                    <a:pt x="26400" y="38400"/>
                  </a:cubicBezTo>
                  <a:cubicBezTo>
                    <a:pt x="26400" y="38400"/>
                    <a:pt x="26400" y="38400"/>
                    <a:pt x="26400" y="38400"/>
                  </a:cubicBezTo>
                  <a:cubicBezTo>
                    <a:pt x="26400" y="38400"/>
                    <a:pt x="26400" y="38400"/>
                    <a:pt x="26400" y="38400"/>
                  </a:cubicBezTo>
                  <a:cubicBezTo>
                    <a:pt x="26400" y="40800"/>
                    <a:pt x="26400" y="40800"/>
                    <a:pt x="26400" y="40800"/>
                  </a:cubicBezTo>
                  <a:cubicBezTo>
                    <a:pt x="26400" y="40800"/>
                    <a:pt x="26400" y="40800"/>
                    <a:pt x="24000" y="40800"/>
                  </a:cubicBezTo>
                  <a:cubicBezTo>
                    <a:pt x="24000" y="40800"/>
                    <a:pt x="24000" y="40800"/>
                    <a:pt x="24000" y="43200"/>
                  </a:cubicBezTo>
                  <a:cubicBezTo>
                    <a:pt x="24000" y="43200"/>
                    <a:pt x="24000" y="43200"/>
                    <a:pt x="24000" y="43200"/>
                  </a:cubicBezTo>
                  <a:cubicBezTo>
                    <a:pt x="24000" y="45600"/>
                    <a:pt x="21600" y="48000"/>
                    <a:pt x="21600" y="50400"/>
                  </a:cubicBezTo>
                  <a:cubicBezTo>
                    <a:pt x="21600" y="52800"/>
                    <a:pt x="19200" y="55200"/>
                    <a:pt x="19200" y="57600"/>
                  </a:cubicBezTo>
                  <a:cubicBezTo>
                    <a:pt x="19200" y="57600"/>
                    <a:pt x="19200" y="57600"/>
                    <a:pt x="19200" y="60000"/>
                  </a:cubicBezTo>
                  <a:cubicBezTo>
                    <a:pt x="19200" y="60000"/>
                    <a:pt x="19200" y="60000"/>
                    <a:pt x="19200" y="60000"/>
                  </a:cubicBezTo>
                  <a:cubicBezTo>
                    <a:pt x="19200" y="60000"/>
                    <a:pt x="19200" y="60000"/>
                    <a:pt x="19200" y="60000"/>
                  </a:cubicBezTo>
                  <a:cubicBezTo>
                    <a:pt x="19200" y="62400"/>
                    <a:pt x="19200" y="62400"/>
                    <a:pt x="19200" y="62400"/>
                  </a:cubicBezTo>
                  <a:cubicBezTo>
                    <a:pt x="19200" y="64800"/>
                    <a:pt x="19200" y="67200"/>
                    <a:pt x="21600" y="69600"/>
                  </a:cubicBezTo>
                  <a:cubicBezTo>
                    <a:pt x="21600" y="72000"/>
                    <a:pt x="21600" y="74400"/>
                    <a:pt x="24000" y="76800"/>
                  </a:cubicBezTo>
                  <a:cubicBezTo>
                    <a:pt x="24000" y="76800"/>
                    <a:pt x="24000" y="79200"/>
                    <a:pt x="24000" y="79200"/>
                  </a:cubicBezTo>
                  <a:cubicBezTo>
                    <a:pt x="24000" y="79200"/>
                    <a:pt x="24000" y="79200"/>
                    <a:pt x="24000" y="79200"/>
                  </a:cubicBezTo>
                  <a:cubicBezTo>
                    <a:pt x="24000" y="79200"/>
                    <a:pt x="24000" y="79200"/>
                    <a:pt x="24000" y="81600"/>
                  </a:cubicBezTo>
                  <a:cubicBezTo>
                    <a:pt x="26400" y="81600"/>
                    <a:pt x="26400" y="81600"/>
                    <a:pt x="26400" y="81600"/>
                  </a:cubicBezTo>
                  <a:cubicBezTo>
                    <a:pt x="26400" y="84000"/>
                    <a:pt x="28800" y="86400"/>
                    <a:pt x="31200" y="88800"/>
                  </a:cubicBezTo>
                  <a:cubicBezTo>
                    <a:pt x="33600" y="88800"/>
                    <a:pt x="33600" y="91200"/>
                    <a:pt x="36000" y="93600"/>
                  </a:cubicBezTo>
                  <a:cubicBezTo>
                    <a:pt x="36000" y="93600"/>
                    <a:pt x="36000" y="93600"/>
                    <a:pt x="38400" y="93600"/>
                  </a:cubicBezTo>
                  <a:cubicBezTo>
                    <a:pt x="38400" y="93600"/>
                    <a:pt x="38400" y="93600"/>
                    <a:pt x="38400" y="93600"/>
                  </a:cubicBezTo>
                  <a:cubicBezTo>
                    <a:pt x="38400" y="93600"/>
                    <a:pt x="38400" y="93600"/>
                    <a:pt x="38400" y="93600"/>
                  </a:cubicBezTo>
                  <a:moveTo>
                    <a:pt x="98400" y="14400"/>
                  </a:moveTo>
                  <a:cubicBezTo>
                    <a:pt x="98400" y="14400"/>
                    <a:pt x="98400" y="14400"/>
                    <a:pt x="98400" y="14400"/>
                  </a:cubicBezTo>
                  <a:cubicBezTo>
                    <a:pt x="96000" y="12000"/>
                    <a:pt x="93600" y="14400"/>
                    <a:pt x="91200" y="14400"/>
                  </a:cubicBezTo>
                  <a:cubicBezTo>
                    <a:pt x="91200" y="14400"/>
                    <a:pt x="91200" y="14400"/>
                    <a:pt x="91200" y="14400"/>
                  </a:cubicBezTo>
                  <a:cubicBezTo>
                    <a:pt x="91200" y="14400"/>
                    <a:pt x="91200" y="14400"/>
                    <a:pt x="91200" y="14400"/>
                  </a:cubicBezTo>
                  <a:cubicBezTo>
                    <a:pt x="91200" y="14400"/>
                    <a:pt x="91200" y="14400"/>
                    <a:pt x="91200" y="14400"/>
                  </a:cubicBezTo>
                  <a:cubicBezTo>
                    <a:pt x="91200" y="14400"/>
                    <a:pt x="88800" y="16800"/>
                    <a:pt x="88800" y="16800"/>
                  </a:cubicBezTo>
                  <a:cubicBezTo>
                    <a:pt x="88800" y="16800"/>
                    <a:pt x="88800" y="16800"/>
                    <a:pt x="88800" y="16800"/>
                  </a:cubicBezTo>
                  <a:cubicBezTo>
                    <a:pt x="86400" y="14400"/>
                    <a:pt x="86400" y="14400"/>
                    <a:pt x="86400" y="14400"/>
                  </a:cubicBezTo>
                  <a:cubicBezTo>
                    <a:pt x="86400" y="14400"/>
                    <a:pt x="86400" y="14400"/>
                    <a:pt x="86400" y="14400"/>
                  </a:cubicBezTo>
                  <a:cubicBezTo>
                    <a:pt x="86400" y="14400"/>
                    <a:pt x="86400" y="14400"/>
                    <a:pt x="86400" y="14400"/>
                  </a:cubicBezTo>
                  <a:cubicBezTo>
                    <a:pt x="86400" y="14400"/>
                    <a:pt x="86400" y="14400"/>
                    <a:pt x="86400" y="14400"/>
                  </a:cubicBezTo>
                  <a:cubicBezTo>
                    <a:pt x="86400" y="14400"/>
                    <a:pt x="86400" y="14400"/>
                    <a:pt x="86400" y="14400"/>
                  </a:cubicBezTo>
                  <a:cubicBezTo>
                    <a:pt x="86400" y="14400"/>
                    <a:pt x="86400" y="14400"/>
                    <a:pt x="86400" y="14400"/>
                  </a:cubicBezTo>
                  <a:cubicBezTo>
                    <a:pt x="84000" y="14400"/>
                    <a:pt x="84000" y="14400"/>
                    <a:pt x="84000" y="14400"/>
                  </a:cubicBezTo>
                  <a:cubicBezTo>
                    <a:pt x="84000" y="14400"/>
                    <a:pt x="84000" y="14400"/>
                    <a:pt x="84000" y="14400"/>
                  </a:cubicBezTo>
                  <a:cubicBezTo>
                    <a:pt x="84000" y="14400"/>
                    <a:pt x="84000" y="14400"/>
                    <a:pt x="84000" y="14400"/>
                  </a:cubicBezTo>
                  <a:cubicBezTo>
                    <a:pt x="84000" y="12000"/>
                    <a:pt x="84000" y="12000"/>
                    <a:pt x="84000" y="12000"/>
                  </a:cubicBezTo>
                  <a:cubicBezTo>
                    <a:pt x="84000" y="12000"/>
                    <a:pt x="84000" y="12000"/>
                    <a:pt x="84000" y="12000"/>
                  </a:cubicBezTo>
                  <a:cubicBezTo>
                    <a:pt x="84000" y="12000"/>
                    <a:pt x="84000" y="12000"/>
                    <a:pt x="84000" y="12000"/>
                  </a:cubicBezTo>
                  <a:cubicBezTo>
                    <a:pt x="84000" y="9600"/>
                    <a:pt x="84000" y="9600"/>
                    <a:pt x="84000" y="9600"/>
                  </a:cubicBezTo>
                  <a:cubicBezTo>
                    <a:pt x="84000" y="9600"/>
                    <a:pt x="84000" y="4800"/>
                    <a:pt x="81600" y="4800"/>
                  </a:cubicBezTo>
                  <a:cubicBezTo>
                    <a:pt x="81600" y="4800"/>
                    <a:pt x="79200" y="4800"/>
                    <a:pt x="79200" y="2400"/>
                  </a:cubicBezTo>
                  <a:cubicBezTo>
                    <a:pt x="79200" y="2400"/>
                    <a:pt x="79200" y="2400"/>
                    <a:pt x="79200" y="2400"/>
                  </a:cubicBezTo>
                  <a:cubicBezTo>
                    <a:pt x="76800" y="2400"/>
                    <a:pt x="76800" y="2400"/>
                    <a:pt x="76800" y="2400"/>
                  </a:cubicBezTo>
                  <a:cubicBezTo>
                    <a:pt x="76800" y="2400"/>
                    <a:pt x="76800" y="2400"/>
                    <a:pt x="76800" y="2400"/>
                  </a:cubicBezTo>
                  <a:cubicBezTo>
                    <a:pt x="76800" y="2400"/>
                    <a:pt x="74400" y="2400"/>
                    <a:pt x="74400" y="2400"/>
                  </a:cubicBezTo>
                  <a:cubicBezTo>
                    <a:pt x="74400" y="2400"/>
                    <a:pt x="74400" y="2400"/>
                    <a:pt x="74400" y="2400"/>
                  </a:cubicBezTo>
                  <a:cubicBezTo>
                    <a:pt x="74400" y="2400"/>
                    <a:pt x="74400" y="2400"/>
                    <a:pt x="72000" y="2400"/>
                  </a:cubicBezTo>
                  <a:cubicBezTo>
                    <a:pt x="72000" y="0"/>
                    <a:pt x="72000" y="0"/>
                    <a:pt x="72000" y="0"/>
                  </a:cubicBezTo>
                  <a:cubicBezTo>
                    <a:pt x="69600" y="0"/>
                    <a:pt x="67200" y="2400"/>
                    <a:pt x="64800" y="2400"/>
                  </a:cubicBezTo>
                  <a:cubicBezTo>
                    <a:pt x="64800" y="2400"/>
                    <a:pt x="64800" y="4800"/>
                    <a:pt x="64800" y="4800"/>
                  </a:cubicBezTo>
                  <a:cubicBezTo>
                    <a:pt x="64800" y="4800"/>
                    <a:pt x="62400" y="7200"/>
                    <a:pt x="62400" y="7200"/>
                  </a:cubicBezTo>
                  <a:cubicBezTo>
                    <a:pt x="62400" y="7200"/>
                    <a:pt x="62400" y="7200"/>
                    <a:pt x="62400" y="7200"/>
                  </a:cubicBezTo>
                  <a:cubicBezTo>
                    <a:pt x="62400" y="7200"/>
                    <a:pt x="62400" y="7200"/>
                    <a:pt x="60000" y="7200"/>
                  </a:cubicBezTo>
                  <a:cubicBezTo>
                    <a:pt x="60000" y="7200"/>
                    <a:pt x="60000" y="7200"/>
                    <a:pt x="60000" y="7200"/>
                  </a:cubicBezTo>
                  <a:cubicBezTo>
                    <a:pt x="60000" y="7200"/>
                    <a:pt x="60000" y="7200"/>
                    <a:pt x="60000" y="7200"/>
                  </a:cubicBezTo>
                  <a:cubicBezTo>
                    <a:pt x="60000" y="7200"/>
                    <a:pt x="60000" y="7200"/>
                    <a:pt x="60000" y="7200"/>
                  </a:cubicBezTo>
                  <a:cubicBezTo>
                    <a:pt x="60000" y="7200"/>
                    <a:pt x="60000" y="7200"/>
                    <a:pt x="60000" y="7200"/>
                  </a:cubicBezTo>
                  <a:cubicBezTo>
                    <a:pt x="57600" y="7200"/>
                    <a:pt x="57600" y="7200"/>
                    <a:pt x="57600" y="7200"/>
                  </a:cubicBezTo>
                  <a:cubicBezTo>
                    <a:pt x="57600" y="7200"/>
                    <a:pt x="57600" y="7200"/>
                    <a:pt x="57600" y="7200"/>
                  </a:cubicBezTo>
                  <a:cubicBezTo>
                    <a:pt x="57600" y="7200"/>
                    <a:pt x="57600" y="7200"/>
                    <a:pt x="57600" y="7200"/>
                  </a:cubicBezTo>
                  <a:cubicBezTo>
                    <a:pt x="55200" y="7200"/>
                    <a:pt x="55200" y="4800"/>
                    <a:pt x="55200" y="4800"/>
                  </a:cubicBezTo>
                  <a:cubicBezTo>
                    <a:pt x="55200" y="4800"/>
                    <a:pt x="55200" y="4800"/>
                    <a:pt x="55200" y="4800"/>
                  </a:cubicBezTo>
                  <a:cubicBezTo>
                    <a:pt x="55200" y="4800"/>
                    <a:pt x="55200" y="4800"/>
                    <a:pt x="55200" y="4800"/>
                  </a:cubicBezTo>
                  <a:cubicBezTo>
                    <a:pt x="55200" y="4800"/>
                    <a:pt x="55200" y="4800"/>
                    <a:pt x="55200" y="4800"/>
                  </a:cubicBezTo>
                  <a:cubicBezTo>
                    <a:pt x="55200" y="4800"/>
                    <a:pt x="52800" y="2400"/>
                    <a:pt x="52800" y="2400"/>
                  </a:cubicBezTo>
                  <a:cubicBezTo>
                    <a:pt x="50400" y="0"/>
                    <a:pt x="50400" y="0"/>
                    <a:pt x="48000" y="0"/>
                  </a:cubicBezTo>
                  <a:cubicBezTo>
                    <a:pt x="48000" y="0"/>
                    <a:pt x="48000" y="0"/>
                    <a:pt x="48000" y="0"/>
                  </a:cubicBezTo>
                  <a:cubicBezTo>
                    <a:pt x="48000" y="0"/>
                    <a:pt x="48000" y="0"/>
                    <a:pt x="48000" y="0"/>
                  </a:cubicBezTo>
                  <a:cubicBezTo>
                    <a:pt x="48000" y="0"/>
                    <a:pt x="48000" y="0"/>
                    <a:pt x="48000" y="0"/>
                  </a:cubicBezTo>
                  <a:cubicBezTo>
                    <a:pt x="48000" y="0"/>
                    <a:pt x="48000" y="0"/>
                    <a:pt x="48000" y="0"/>
                  </a:cubicBezTo>
                  <a:cubicBezTo>
                    <a:pt x="48000" y="0"/>
                    <a:pt x="48000" y="0"/>
                    <a:pt x="48000" y="0"/>
                  </a:cubicBezTo>
                  <a:cubicBezTo>
                    <a:pt x="45600" y="0"/>
                    <a:pt x="45600" y="2400"/>
                    <a:pt x="45600" y="2400"/>
                  </a:cubicBezTo>
                  <a:cubicBezTo>
                    <a:pt x="45600" y="2400"/>
                    <a:pt x="45600" y="2400"/>
                    <a:pt x="43200" y="2400"/>
                  </a:cubicBezTo>
                  <a:cubicBezTo>
                    <a:pt x="43200" y="2400"/>
                    <a:pt x="43200" y="2400"/>
                    <a:pt x="43200" y="2400"/>
                  </a:cubicBezTo>
                  <a:cubicBezTo>
                    <a:pt x="43200" y="2400"/>
                    <a:pt x="43200" y="2400"/>
                    <a:pt x="43200" y="2400"/>
                  </a:cubicBezTo>
                  <a:cubicBezTo>
                    <a:pt x="43200" y="2400"/>
                    <a:pt x="43200" y="2400"/>
                    <a:pt x="43200" y="2400"/>
                  </a:cubicBezTo>
                  <a:cubicBezTo>
                    <a:pt x="43200" y="2400"/>
                    <a:pt x="40800" y="2400"/>
                    <a:pt x="40800" y="2400"/>
                  </a:cubicBezTo>
                  <a:cubicBezTo>
                    <a:pt x="40800" y="2400"/>
                    <a:pt x="40800" y="2400"/>
                    <a:pt x="40800" y="2400"/>
                  </a:cubicBezTo>
                  <a:cubicBezTo>
                    <a:pt x="40800" y="2400"/>
                    <a:pt x="40800" y="2400"/>
                    <a:pt x="40800" y="2400"/>
                  </a:cubicBezTo>
                  <a:cubicBezTo>
                    <a:pt x="40800" y="2400"/>
                    <a:pt x="40800" y="2400"/>
                    <a:pt x="40800" y="2400"/>
                  </a:cubicBezTo>
                  <a:cubicBezTo>
                    <a:pt x="38400" y="4800"/>
                    <a:pt x="36000" y="4800"/>
                    <a:pt x="36000" y="7200"/>
                  </a:cubicBezTo>
                  <a:cubicBezTo>
                    <a:pt x="36000" y="7200"/>
                    <a:pt x="36000" y="9600"/>
                    <a:pt x="36000" y="9600"/>
                  </a:cubicBezTo>
                  <a:cubicBezTo>
                    <a:pt x="36000" y="9600"/>
                    <a:pt x="36000" y="12000"/>
                    <a:pt x="36000" y="12000"/>
                  </a:cubicBezTo>
                  <a:cubicBezTo>
                    <a:pt x="36000" y="14400"/>
                    <a:pt x="36000" y="14400"/>
                    <a:pt x="36000" y="14400"/>
                  </a:cubicBezTo>
                  <a:cubicBezTo>
                    <a:pt x="36000" y="14400"/>
                    <a:pt x="36000" y="14400"/>
                    <a:pt x="36000" y="14400"/>
                  </a:cubicBezTo>
                  <a:cubicBezTo>
                    <a:pt x="36000" y="14400"/>
                    <a:pt x="33600" y="14400"/>
                    <a:pt x="33600" y="14400"/>
                  </a:cubicBezTo>
                  <a:cubicBezTo>
                    <a:pt x="33600" y="14400"/>
                    <a:pt x="33600" y="14400"/>
                    <a:pt x="33600" y="14400"/>
                  </a:cubicBezTo>
                  <a:cubicBezTo>
                    <a:pt x="33600" y="14400"/>
                    <a:pt x="33600" y="14400"/>
                    <a:pt x="33600" y="14400"/>
                  </a:cubicBezTo>
                  <a:cubicBezTo>
                    <a:pt x="31200" y="16800"/>
                    <a:pt x="31200" y="16800"/>
                    <a:pt x="31200" y="16800"/>
                  </a:cubicBezTo>
                  <a:cubicBezTo>
                    <a:pt x="31200" y="16800"/>
                    <a:pt x="31200" y="16800"/>
                    <a:pt x="31200" y="16800"/>
                  </a:cubicBezTo>
                  <a:cubicBezTo>
                    <a:pt x="28800" y="14400"/>
                    <a:pt x="28800" y="14400"/>
                    <a:pt x="28800" y="14400"/>
                  </a:cubicBezTo>
                  <a:cubicBezTo>
                    <a:pt x="28800" y="14400"/>
                    <a:pt x="26400" y="14400"/>
                    <a:pt x="26400" y="14400"/>
                  </a:cubicBezTo>
                  <a:cubicBezTo>
                    <a:pt x="24000" y="12000"/>
                    <a:pt x="21600" y="12000"/>
                    <a:pt x="19200" y="14400"/>
                  </a:cubicBezTo>
                  <a:cubicBezTo>
                    <a:pt x="19200" y="14400"/>
                    <a:pt x="19200" y="14400"/>
                    <a:pt x="19200" y="14400"/>
                  </a:cubicBezTo>
                  <a:cubicBezTo>
                    <a:pt x="19200" y="14400"/>
                    <a:pt x="19200" y="14400"/>
                    <a:pt x="19200" y="14400"/>
                  </a:cubicBezTo>
                  <a:cubicBezTo>
                    <a:pt x="19200" y="14400"/>
                    <a:pt x="19200" y="14400"/>
                    <a:pt x="19200" y="14400"/>
                  </a:cubicBezTo>
                  <a:cubicBezTo>
                    <a:pt x="19200" y="14400"/>
                    <a:pt x="16800" y="16800"/>
                    <a:pt x="16800" y="16800"/>
                  </a:cubicBezTo>
                  <a:cubicBezTo>
                    <a:pt x="16800" y="16800"/>
                    <a:pt x="16800" y="16800"/>
                    <a:pt x="16800" y="16800"/>
                  </a:cubicBezTo>
                  <a:cubicBezTo>
                    <a:pt x="16800" y="16800"/>
                    <a:pt x="16800" y="16800"/>
                    <a:pt x="16800" y="16800"/>
                  </a:cubicBezTo>
                  <a:cubicBezTo>
                    <a:pt x="16800" y="16800"/>
                    <a:pt x="16800" y="16800"/>
                    <a:pt x="16800" y="16800"/>
                  </a:cubicBezTo>
                  <a:cubicBezTo>
                    <a:pt x="16800" y="16800"/>
                    <a:pt x="14400" y="19200"/>
                    <a:pt x="14400" y="19200"/>
                  </a:cubicBezTo>
                  <a:cubicBezTo>
                    <a:pt x="14400" y="19200"/>
                    <a:pt x="14400" y="19200"/>
                    <a:pt x="14400" y="19200"/>
                  </a:cubicBezTo>
                  <a:cubicBezTo>
                    <a:pt x="14400" y="19200"/>
                    <a:pt x="14400" y="19200"/>
                    <a:pt x="14400" y="19200"/>
                  </a:cubicBezTo>
                  <a:cubicBezTo>
                    <a:pt x="14400" y="19200"/>
                    <a:pt x="14400" y="19200"/>
                    <a:pt x="14400" y="19200"/>
                  </a:cubicBezTo>
                  <a:cubicBezTo>
                    <a:pt x="14400" y="19200"/>
                    <a:pt x="14400" y="19200"/>
                    <a:pt x="14400" y="21600"/>
                  </a:cubicBezTo>
                  <a:cubicBezTo>
                    <a:pt x="12000" y="21600"/>
                    <a:pt x="12000" y="24000"/>
                    <a:pt x="12000" y="26400"/>
                  </a:cubicBezTo>
                  <a:cubicBezTo>
                    <a:pt x="12000" y="26400"/>
                    <a:pt x="12000" y="26400"/>
                    <a:pt x="14400" y="28800"/>
                  </a:cubicBezTo>
                  <a:cubicBezTo>
                    <a:pt x="14400" y="28800"/>
                    <a:pt x="14400" y="28800"/>
                    <a:pt x="14400" y="28800"/>
                  </a:cubicBezTo>
                  <a:cubicBezTo>
                    <a:pt x="14400" y="28800"/>
                    <a:pt x="14400" y="28800"/>
                    <a:pt x="14400" y="28800"/>
                  </a:cubicBezTo>
                  <a:cubicBezTo>
                    <a:pt x="14400" y="28800"/>
                    <a:pt x="14400" y="28800"/>
                    <a:pt x="14400" y="28800"/>
                  </a:cubicBezTo>
                  <a:cubicBezTo>
                    <a:pt x="14400" y="28800"/>
                    <a:pt x="14400" y="31200"/>
                    <a:pt x="14400" y="31200"/>
                  </a:cubicBezTo>
                  <a:cubicBezTo>
                    <a:pt x="14400" y="31200"/>
                    <a:pt x="14400" y="31200"/>
                    <a:pt x="14400" y="31200"/>
                  </a:cubicBezTo>
                  <a:cubicBezTo>
                    <a:pt x="14400" y="33600"/>
                    <a:pt x="14400" y="33600"/>
                    <a:pt x="14400" y="33600"/>
                  </a:cubicBezTo>
                  <a:cubicBezTo>
                    <a:pt x="14400" y="33600"/>
                    <a:pt x="14400" y="33600"/>
                    <a:pt x="14400" y="33600"/>
                  </a:cubicBezTo>
                  <a:cubicBezTo>
                    <a:pt x="14400" y="33600"/>
                    <a:pt x="14400" y="33600"/>
                    <a:pt x="14400" y="33600"/>
                  </a:cubicBezTo>
                  <a:cubicBezTo>
                    <a:pt x="14400" y="33600"/>
                    <a:pt x="14400" y="33600"/>
                    <a:pt x="14400" y="33600"/>
                  </a:cubicBezTo>
                  <a:cubicBezTo>
                    <a:pt x="14400" y="33600"/>
                    <a:pt x="14400" y="33600"/>
                    <a:pt x="14400" y="33600"/>
                  </a:cubicBezTo>
                  <a:cubicBezTo>
                    <a:pt x="14400" y="33600"/>
                    <a:pt x="14400" y="33600"/>
                    <a:pt x="14400" y="33600"/>
                  </a:cubicBezTo>
                  <a:cubicBezTo>
                    <a:pt x="14400" y="33600"/>
                    <a:pt x="14400" y="33600"/>
                    <a:pt x="14400" y="36000"/>
                  </a:cubicBezTo>
                  <a:cubicBezTo>
                    <a:pt x="12000" y="36000"/>
                    <a:pt x="12000" y="36000"/>
                    <a:pt x="12000" y="36000"/>
                  </a:cubicBezTo>
                  <a:cubicBezTo>
                    <a:pt x="12000" y="36000"/>
                    <a:pt x="12000" y="36000"/>
                    <a:pt x="12000" y="36000"/>
                  </a:cubicBezTo>
                  <a:cubicBezTo>
                    <a:pt x="12000" y="36000"/>
                    <a:pt x="9600" y="36000"/>
                    <a:pt x="9600" y="36000"/>
                  </a:cubicBezTo>
                  <a:cubicBezTo>
                    <a:pt x="9600" y="36000"/>
                    <a:pt x="9600" y="36000"/>
                    <a:pt x="9600" y="36000"/>
                  </a:cubicBezTo>
                  <a:cubicBezTo>
                    <a:pt x="9600" y="36000"/>
                    <a:pt x="9600" y="36000"/>
                    <a:pt x="9600" y="36000"/>
                  </a:cubicBezTo>
                  <a:cubicBezTo>
                    <a:pt x="9600" y="36000"/>
                    <a:pt x="9600" y="36000"/>
                    <a:pt x="9600" y="36000"/>
                  </a:cubicBezTo>
                  <a:cubicBezTo>
                    <a:pt x="7200" y="36000"/>
                    <a:pt x="7200" y="36000"/>
                    <a:pt x="7200" y="36000"/>
                  </a:cubicBezTo>
                  <a:cubicBezTo>
                    <a:pt x="4800" y="36000"/>
                    <a:pt x="2400" y="38400"/>
                    <a:pt x="2400" y="40800"/>
                  </a:cubicBezTo>
                  <a:cubicBezTo>
                    <a:pt x="2400" y="40800"/>
                    <a:pt x="2400" y="40800"/>
                    <a:pt x="2400" y="40800"/>
                  </a:cubicBezTo>
                  <a:cubicBezTo>
                    <a:pt x="0" y="43200"/>
                    <a:pt x="0" y="43200"/>
                    <a:pt x="0" y="43200"/>
                  </a:cubicBezTo>
                  <a:cubicBezTo>
                    <a:pt x="0" y="43200"/>
                    <a:pt x="0" y="43200"/>
                    <a:pt x="0" y="43200"/>
                  </a:cubicBezTo>
                  <a:cubicBezTo>
                    <a:pt x="0" y="43200"/>
                    <a:pt x="0" y="43200"/>
                    <a:pt x="0" y="43200"/>
                  </a:cubicBezTo>
                  <a:cubicBezTo>
                    <a:pt x="0" y="45600"/>
                    <a:pt x="0" y="45600"/>
                    <a:pt x="0" y="45600"/>
                  </a:cubicBezTo>
                  <a:cubicBezTo>
                    <a:pt x="0" y="45600"/>
                    <a:pt x="0" y="45600"/>
                    <a:pt x="0" y="48000"/>
                  </a:cubicBezTo>
                  <a:cubicBezTo>
                    <a:pt x="0" y="48000"/>
                    <a:pt x="0" y="48000"/>
                    <a:pt x="0" y="48000"/>
                  </a:cubicBezTo>
                  <a:cubicBezTo>
                    <a:pt x="0" y="50400"/>
                    <a:pt x="0" y="52800"/>
                    <a:pt x="2400" y="55200"/>
                  </a:cubicBezTo>
                  <a:cubicBezTo>
                    <a:pt x="2400" y="55200"/>
                    <a:pt x="2400" y="55200"/>
                    <a:pt x="2400" y="55200"/>
                  </a:cubicBezTo>
                  <a:cubicBezTo>
                    <a:pt x="4800" y="55200"/>
                    <a:pt x="4800" y="57600"/>
                    <a:pt x="7200" y="57600"/>
                  </a:cubicBezTo>
                  <a:cubicBezTo>
                    <a:pt x="7200" y="57600"/>
                    <a:pt x="7200" y="57600"/>
                    <a:pt x="7200" y="57600"/>
                  </a:cubicBezTo>
                  <a:cubicBezTo>
                    <a:pt x="7200" y="57600"/>
                    <a:pt x="7200" y="57600"/>
                    <a:pt x="7200" y="60000"/>
                  </a:cubicBezTo>
                  <a:cubicBezTo>
                    <a:pt x="7200" y="60000"/>
                    <a:pt x="7200" y="60000"/>
                    <a:pt x="7200" y="60000"/>
                  </a:cubicBezTo>
                  <a:cubicBezTo>
                    <a:pt x="7200" y="60000"/>
                    <a:pt x="7200" y="60000"/>
                    <a:pt x="7200" y="60000"/>
                  </a:cubicBezTo>
                  <a:cubicBezTo>
                    <a:pt x="7200" y="60000"/>
                    <a:pt x="7200" y="60000"/>
                    <a:pt x="7200" y="60000"/>
                  </a:cubicBezTo>
                  <a:cubicBezTo>
                    <a:pt x="7200" y="60000"/>
                    <a:pt x="7200" y="60000"/>
                    <a:pt x="7200" y="60000"/>
                  </a:cubicBezTo>
                  <a:cubicBezTo>
                    <a:pt x="7200" y="60000"/>
                    <a:pt x="7200" y="62400"/>
                    <a:pt x="7200" y="62400"/>
                  </a:cubicBezTo>
                  <a:cubicBezTo>
                    <a:pt x="7200" y="62400"/>
                    <a:pt x="7200" y="62400"/>
                    <a:pt x="7200" y="62400"/>
                  </a:cubicBezTo>
                  <a:cubicBezTo>
                    <a:pt x="7200" y="62400"/>
                    <a:pt x="7200" y="62400"/>
                    <a:pt x="7200" y="62400"/>
                  </a:cubicBezTo>
                  <a:cubicBezTo>
                    <a:pt x="4800" y="62400"/>
                    <a:pt x="4800" y="64800"/>
                    <a:pt x="4800" y="64800"/>
                  </a:cubicBezTo>
                  <a:cubicBezTo>
                    <a:pt x="4800" y="64800"/>
                    <a:pt x="4800" y="64800"/>
                    <a:pt x="4800" y="64800"/>
                  </a:cubicBezTo>
                  <a:cubicBezTo>
                    <a:pt x="4800" y="64800"/>
                    <a:pt x="4800" y="64800"/>
                    <a:pt x="4800" y="64800"/>
                  </a:cubicBezTo>
                  <a:cubicBezTo>
                    <a:pt x="2400" y="64800"/>
                    <a:pt x="2400" y="64800"/>
                    <a:pt x="2400" y="64800"/>
                  </a:cubicBezTo>
                  <a:cubicBezTo>
                    <a:pt x="2400" y="64800"/>
                    <a:pt x="2400" y="64800"/>
                    <a:pt x="2400" y="64800"/>
                  </a:cubicBezTo>
                  <a:cubicBezTo>
                    <a:pt x="0" y="67200"/>
                    <a:pt x="0" y="69600"/>
                    <a:pt x="0" y="72000"/>
                  </a:cubicBezTo>
                  <a:cubicBezTo>
                    <a:pt x="0" y="72000"/>
                    <a:pt x="0" y="72000"/>
                    <a:pt x="0" y="72000"/>
                  </a:cubicBezTo>
                  <a:cubicBezTo>
                    <a:pt x="0" y="72000"/>
                    <a:pt x="0" y="72000"/>
                    <a:pt x="0" y="72000"/>
                  </a:cubicBezTo>
                  <a:cubicBezTo>
                    <a:pt x="0" y="72000"/>
                    <a:pt x="0" y="72000"/>
                    <a:pt x="0" y="72000"/>
                  </a:cubicBezTo>
                  <a:cubicBezTo>
                    <a:pt x="0" y="72000"/>
                    <a:pt x="0" y="72000"/>
                    <a:pt x="0" y="74400"/>
                  </a:cubicBezTo>
                  <a:cubicBezTo>
                    <a:pt x="0" y="74400"/>
                    <a:pt x="0" y="74400"/>
                    <a:pt x="0" y="76800"/>
                  </a:cubicBezTo>
                  <a:cubicBezTo>
                    <a:pt x="0" y="76800"/>
                    <a:pt x="0" y="76800"/>
                    <a:pt x="0" y="76800"/>
                  </a:cubicBezTo>
                  <a:cubicBezTo>
                    <a:pt x="0" y="76800"/>
                    <a:pt x="0" y="76800"/>
                    <a:pt x="0" y="76800"/>
                  </a:cubicBezTo>
                  <a:cubicBezTo>
                    <a:pt x="0" y="76800"/>
                    <a:pt x="0" y="76800"/>
                    <a:pt x="0" y="76800"/>
                  </a:cubicBezTo>
                  <a:cubicBezTo>
                    <a:pt x="0" y="76800"/>
                    <a:pt x="0" y="79200"/>
                    <a:pt x="2400" y="79200"/>
                  </a:cubicBezTo>
                  <a:cubicBezTo>
                    <a:pt x="2400" y="79200"/>
                    <a:pt x="2400" y="79200"/>
                    <a:pt x="2400" y="79200"/>
                  </a:cubicBezTo>
                  <a:cubicBezTo>
                    <a:pt x="2400" y="79200"/>
                    <a:pt x="2400" y="79200"/>
                    <a:pt x="2400" y="79200"/>
                  </a:cubicBezTo>
                  <a:cubicBezTo>
                    <a:pt x="2400" y="79200"/>
                    <a:pt x="2400" y="79200"/>
                    <a:pt x="2400" y="79200"/>
                  </a:cubicBezTo>
                  <a:cubicBezTo>
                    <a:pt x="2400" y="81600"/>
                    <a:pt x="2400" y="81600"/>
                    <a:pt x="4800" y="84000"/>
                  </a:cubicBezTo>
                  <a:cubicBezTo>
                    <a:pt x="4800" y="84000"/>
                    <a:pt x="7200" y="84000"/>
                    <a:pt x="7200" y="84000"/>
                  </a:cubicBezTo>
                  <a:cubicBezTo>
                    <a:pt x="9600" y="84000"/>
                    <a:pt x="9600" y="84000"/>
                    <a:pt x="12000" y="84000"/>
                  </a:cubicBezTo>
                  <a:cubicBezTo>
                    <a:pt x="12000" y="84000"/>
                    <a:pt x="12000" y="84000"/>
                    <a:pt x="12000" y="84000"/>
                  </a:cubicBezTo>
                  <a:cubicBezTo>
                    <a:pt x="12000" y="84000"/>
                    <a:pt x="12000" y="84000"/>
                    <a:pt x="12000" y="84000"/>
                  </a:cubicBezTo>
                  <a:cubicBezTo>
                    <a:pt x="12000" y="84000"/>
                    <a:pt x="12000" y="84000"/>
                    <a:pt x="12000" y="86400"/>
                  </a:cubicBezTo>
                  <a:cubicBezTo>
                    <a:pt x="12000" y="86400"/>
                    <a:pt x="12000" y="86400"/>
                    <a:pt x="12000" y="86400"/>
                  </a:cubicBezTo>
                  <a:cubicBezTo>
                    <a:pt x="14400" y="86400"/>
                    <a:pt x="14400" y="86400"/>
                    <a:pt x="14400" y="86400"/>
                  </a:cubicBezTo>
                  <a:cubicBezTo>
                    <a:pt x="14400" y="86400"/>
                    <a:pt x="14400" y="86400"/>
                    <a:pt x="14400" y="86400"/>
                  </a:cubicBezTo>
                  <a:cubicBezTo>
                    <a:pt x="14400" y="86400"/>
                    <a:pt x="14400" y="86400"/>
                    <a:pt x="14400" y="86400"/>
                  </a:cubicBezTo>
                  <a:cubicBezTo>
                    <a:pt x="14400" y="88800"/>
                    <a:pt x="14400" y="88800"/>
                    <a:pt x="14400" y="88800"/>
                  </a:cubicBezTo>
                  <a:cubicBezTo>
                    <a:pt x="14400" y="88800"/>
                    <a:pt x="14400" y="88800"/>
                    <a:pt x="14400" y="88800"/>
                  </a:cubicBezTo>
                  <a:cubicBezTo>
                    <a:pt x="14400" y="91200"/>
                    <a:pt x="12000" y="91200"/>
                    <a:pt x="12000" y="91200"/>
                  </a:cubicBezTo>
                  <a:cubicBezTo>
                    <a:pt x="12000" y="93600"/>
                    <a:pt x="12000" y="93600"/>
                    <a:pt x="12000" y="93600"/>
                  </a:cubicBezTo>
                  <a:cubicBezTo>
                    <a:pt x="12000" y="96000"/>
                    <a:pt x="12000" y="98400"/>
                    <a:pt x="12000" y="100800"/>
                  </a:cubicBezTo>
                  <a:cubicBezTo>
                    <a:pt x="14400" y="100800"/>
                    <a:pt x="14400" y="100800"/>
                    <a:pt x="14400" y="100800"/>
                  </a:cubicBezTo>
                  <a:cubicBezTo>
                    <a:pt x="14400" y="100800"/>
                    <a:pt x="14400" y="100800"/>
                    <a:pt x="14400" y="100800"/>
                  </a:cubicBezTo>
                  <a:cubicBezTo>
                    <a:pt x="14400" y="100800"/>
                    <a:pt x="14400" y="100800"/>
                    <a:pt x="14400" y="100800"/>
                  </a:cubicBezTo>
                  <a:cubicBezTo>
                    <a:pt x="14400" y="100800"/>
                    <a:pt x="14400" y="100800"/>
                    <a:pt x="14400" y="103200"/>
                  </a:cubicBezTo>
                  <a:cubicBezTo>
                    <a:pt x="14400" y="103200"/>
                    <a:pt x="14400" y="103200"/>
                    <a:pt x="16800" y="103200"/>
                  </a:cubicBezTo>
                  <a:cubicBezTo>
                    <a:pt x="16800" y="103200"/>
                    <a:pt x="16800" y="103200"/>
                    <a:pt x="16800" y="103200"/>
                  </a:cubicBezTo>
                  <a:cubicBezTo>
                    <a:pt x="16800" y="103200"/>
                    <a:pt x="16800" y="103200"/>
                    <a:pt x="16800" y="103200"/>
                  </a:cubicBezTo>
                  <a:cubicBezTo>
                    <a:pt x="16800" y="103200"/>
                    <a:pt x="16800" y="103200"/>
                    <a:pt x="16800" y="105600"/>
                  </a:cubicBezTo>
                  <a:cubicBezTo>
                    <a:pt x="16800" y="105600"/>
                    <a:pt x="16800" y="105600"/>
                    <a:pt x="16800" y="105600"/>
                  </a:cubicBezTo>
                  <a:cubicBezTo>
                    <a:pt x="16800" y="105600"/>
                    <a:pt x="16800" y="105600"/>
                    <a:pt x="16800" y="105600"/>
                  </a:cubicBezTo>
                  <a:cubicBezTo>
                    <a:pt x="16800" y="105600"/>
                    <a:pt x="16800" y="105600"/>
                    <a:pt x="16800" y="105600"/>
                  </a:cubicBezTo>
                  <a:cubicBezTo>
                    <a:pt x="19200" y="105600"/>
                    <a:pt x="19200" y="105600"/>
                    <a:pt x="19200" y="105600"/>
                  </a:cubicBezTo>
                  <a:cubicBezTo>
                    <a:pt x="19200" y="105600"/>
                    <a:pt x="19200" y="105600"/>
                    <a:pt x="19200" y="105600"/>
                  </a:cubicBezTo>
                  <a:cubicBezTo>
                    <a:pt x="21600" y="108000"/>
                    <a:pt x="26400" y="108000"/>
                    <a:pt x="26400" y="105600"/>
                  </a:cubicBezTo>
                  <a:cubicBezTo>
                    <a:pt x="26400" y="105600"/>
                    <a:pt x="26400" y="105600"/>
                    <a:pt x="26400" y="105600"/>
                  </a:cubicBezTo>
                  <a:cubicBezTo>
                    <a:pt x="26400" y="105600"/>
                    <a:pt x="26400" y="105600"/>
                    <a:pt x="26400" y="105600"/>
                  </a:cubicBezTo>
                  <a:cubicBezTo>
                    <a:pt x="26400" y="105600"/>
                    <a:pt x="26400" y="105600"/>
                    <a:pt x="26400" y="105600"/>
                  </a:cubicBezTo>
                  <a:cubicBezTo>
                    <a:pt x="28800" y="105600"/>
                    <a:pt x="28800" y="105600"/>
                    <a:pt x="28800" y="105600"/>
                  </a:cubicBezTo>
                  <a:cubicBezTo>
                    <a:pt x="28800" y="105600"/>
                    <a:pt x="31200" y="105600"/>
                    <a:pt x="31200" y="105600"/>
                  </a:cubicBezTo>
                  <a:cubicBezTo>
                    <a:pt x="31200" y="105600"/>
                    <a:pt x="31200" y="105600"/>
                    <a:pt x="31200" y="105600"/>
                  </a:cubicBezTo>
                  <a:cubicBezTo>
                    <a:pt x="31200" y="105600"/>
                    <a:pt x="31200" y="105600"/>
                    <a:pt x="31200" y="105600"/>
                  </a:cubicBezTo>
                  <a:cubicBezTo>
                    <a:pt x="31200" y="105600"/>
                    <a:pt x="31200" y="105600"/>
                    <a:pt x="31200" y="105600"/>
                  </a:cubicBezTo>
                  <a:cubicBezTo>
                    <a:pt x="33600" y="105600"/>
                    <a:pt x="33600" y="105600"/>
                    <a:pt x="33600" y="105600"/>
                  </a:cubicBezTo>
                  <a:cubicBezTo>
                    <a:pt x="33600" y="105600"/>
                    <a:pt x="33600" y="105600"/>
                    <a:pt x="33600" y="105600"/>
                  </a:cubicBezTo>
                  <a:cubicBezTo>
                    <a:pt x="33600" y="105600"/>
                    <a:pt x="33600" y="105600"/>
                    <a:pt x="33600" y="105600"/>
                  </a:cubicBezTo>
                  <a:cubicBezTo>
                    <a:pt x="33600" y="105600"/>
                    <a:pt x="33600" y="105600"/>
                    <a:pt x="33600" y="105600"/>
                  </a:cubicBezTo>
                  <a:cubicBezTo>
                    <a:pt x="33600" y="105600"/>
                    <a:pt x="33600" y="108000"/>
                    <a:pt x="33600" y="108000"/>
                  </a:cubicBezTo>
                  <a:cubicBezTo>
                    <a:pt x="33600" y="108000"/>
                    <a:pt x="33600" y="108000"/>
                    <a:pt x="33600" y="108000"/>
                  </a:cubicBezTo>
                  <a:cubicBezTo>
                    <a:pt x="33600" y="108000"/>
                    <a:pt x="33600" y="108000"/>
                    <a:pt x="33600" y="110400"/>
                  </a:cubicBezTo>
                  <a:cubicBezTo>
                    <a:pt x="33600" y="110400"/>
                    <a:pt x="33600" y="110400"/>
                    <a:pt x="33600" y="110400"/>
                  </a:cubicBezTo>
                  <a:cubicBezTo>
                    <a:pt x="33600" y="110400"/>
                    <a:pt x="33600" y="110400"/>
                    <a:pt x="33600" y="110400"/>
                  </a:cubicBezTo>
                  <a:cubicBezTo>
                    <a:pt x="33600" y="110400"/>
                    <a:pt x="33600" y="110400"/>
                    <a:pt x="33600" y="110400"/>
                  </a:cubicBezTo>
                  <a:cubicBezTo>
                    <a:pt x="33600" y="112800"/>
                    <a:pt x="33600" y="115200"/>
                    <a:pt x="38400" y="117600"/>
                  </a:cubicBezTo>
                  <a:cubicBezTo>
                    <a:pt x="38400" y="117600"/>
                    <a:pt x="38400" y="117600"/>
                    <a:pt x="38400" y="117600"/>
                  </a:cubicBezTo>
                  <a:cubicBezTo>
                    <a:pt x="38400" y="117600"/>
                    <a:pt x="38400" y="117600"/>
                    <a:pt x="40800" y="117600"/>
                  </a:cubicBezTo>
                  <a:cubicBezTo>
                    <a:pt x="40800" y="117600"/>
                    <a:pt x="40800" y="117600"/>
                    <a:pt x="40800" y="117600"/>
                  </a:cubicBezTo>
                  <a:cubicBezTo>
                    <a:pt x="40800" y="117600"/>
                    <a:pt x="40800" y="117600"/>
                    <a:pt x="40800" y="117600"/>
                  </a:cubicBezTo>
                  <a:cubicBezTo>
                    <a:pt x="40800" y="117600"/>
                    <a:pt x="40800" y="117600"/>
                    <a:pt x="40800" y="117600"/>
                  </a:cubicBezTo>
                  <a:cubicBezTo>
                    <a:pt x="40800" y="117600"/>
                    <a:pt x="43200" y="120000"/>
                    <a:pt x="43200" y="120000"/>
                  </a:cubicBezTo>
                  <a:cubicBezTo>
                    <a:pt x="43200" y="120000"/>
                    <a:pt x="43200" y="120000"/>
                    <a:pt x="43200" y="120000"/>
                  </a:cubicBezTo>
                  <a:cubicBezTo>
                    <a:pt x="43200" y="120000"/>
                    <a:pt x="45600" y="120000"/>
                    <a:pt x="45600" y="120000"/>
                  </a:cubicBezTo>
                  <a:cubicBezTo>
                    <a:pt x="48000" y="120000"/>
                    <a:pt x="48000" y="120000"/>
                    <a:pt x="48000" y="120000"/>
                  </a:cubicBezTo>
                  <a:cubicBezTo>
                    <a:pt x="48000" y="120000"/>
                    <a:pt x="50400" y="120000"/>
                    <a:pt x="52800" y="117600"/>
                  </a:cubicBezTo>
                  <a:cubicBezTo>
                    <a:pt x="52800" y="117600"/>
                    <a:pt x="52800" y="117600"/>
                    <a:pt x="52800" y="115200"/>
                  </a:cubicBezTo>
                  <a:cubicBezTo>
                    <a:pt x="55200" y="115200"/>
                    <a:pt x="55200" y="115200"/>
                    <a:pt x="55200" y="112800"/>
                  </a:cubicBezTo>
                  <a:cubicBezTo>
                    <a:pt x="55200" y="112800"/>
                    <a:pt x="55200" y="112800"/>
                    <a:pt x="55200" y="112800"/>
                  </a:cubicBezTo>
                  <a:cubicBezTo>
                    <a:pt x="57600" y="112800"/>
                    <a:pt x="57600" y="112800"/>
                    <a:pt x="57600" y="112800"/>
                  </a:cubicBezTo>
                  <a:cubicBezTo>
                    <a:pt x="57600" y="112800"/>
                    <a:pt x="57600" y="112800"/>
                    <a:pt x="57600" y="112800"/>
                  </a:cubicBezTo>
                  <a:cubicBezTo>
                    <a:pt x="60000" y="112800"/>
                    <a:pt x="60000" y="112800"/>
                    <a:pt x="60000" y="112800"/>
                  </a:cubicBezTo>
                  <a:cubicBezTo>
                    <a:pt x="60000" y="112800"/>
                    <a:pt x="60000" y="112800"/>
                    <a:pt x="60000" y="112800"/>
                  </a:cubicBezTo>
                  <a:cubicBezTo>
                    <a:pt x="60000" y="112800"/>
                    <a:pt x="60000" y="112800"/>
                    <a:pt x="60000" y="112800"/>
                  </a:cubicBezTo>
                  <a:cubicBezTo>
                    <a:pt x="60000" y="112800"/>
                    <a:pt x="60000" y="112800"/>
                    <a:pt x="60000" y="112800"/>
                  </a:cubicBezTo>
                  <a:cubicBezTo>
                    <a:pt x="60000" y="112800"/>
                    <a:pt x="60000" y="112800"/>
                    <a:pt x="60000" y="112800"/>
                  </a:cubicBezTo>
                  <a:cubicBezTo>
                    <a:pt x="60000" y="112800"/>
                    <a:pt x="62400" y="112800"/>
                    <a:pt x="62400" y="112800"/>
                  </a:cubicBezTo>
                  <a:cubicBezTo>
                    <a:pt x="62400" y="115200"/>
                    <a:pt x="62400" y="115200"/>
                    <a:pt x="62400" y="115200"/>
                  </a:cubicBezTo>
                  <a:cubicBezTo>
                    <a:pt x="62400" y="115200"/>
                    <a:pt x="62400" y="115200"/>
                    <a:pt x="62400" y="115200"/>
                  </a:cubicBezTo>
                  <a:cubicBezTo>
                    <a:pt x="62400" y="115200"/>
                    <a:pt x="62400" y="115200"/>
                    <a:pt x="62400" y="115200"/>
                  </a:cubicBezTo>
                  <a:cubicBezTo>
                    <a:pt x="62400" y="115200"/>
                    <a:pt x="62400" y="115200"/>
                    <a:pt x="62400" y="115200"/>
                  </a:cubicBezTo>
                  <a:cubicBezTo>
                    <a:pt x="62400" y="117600"/>
                    <a:pt x="64800" y="117600"/>
                    <a:pt x="64800" y="120000"/>
                  </a:cubicBezTo>
                  <a:cubicBezTo>
                    <a:pt x="67200" y="120000"/>
                    <a:pt x="69600" y="120000"/>
                    <a:pt x="69600" y="120000"/>
                  </a:cubicBezTo>
                  <a:cubicBezTo>
                    <a:pt x="69600" y="120000"/>
                    <a:pt x="69600" y="120000"/>
                    <a:pt x="69600" y="120000"/>
                  </a:cubicBezTo>
                  <a:cubicBezTo>
                    <a:pt x="69600" y="120000"/>
                    <a:pt x="69600" y="120000"/>
                    <a:pt x="69600" y="120000"/>
                  </a:cubicBezTo>
                  <a:cubicBezTo>
                    <a:pt x="72000" y="120000"/>
                    <a:pt x="72000" y="120000"/>
                    <a:pt x="72000" y="120000"/>
                  </a:cubicBezTo>
                  <a:cubicBezTo>
                    <a:pt x="72000" y="120000"/>
                    <a:pt x="72000" y="120000"/>
                    <a:pt x="72000" y="120000"/>
                  </a:cubicBezTo>
                  <a:cubicBezTo>
                    <a:pt x="72000" y="120000"/>
                    <a:pt x="72000" y="120000"/>
                    <a:pt x="72000" y="120000"/>
                  </a:cubicBezTo>
                  <a:cubicBezTo>
                    <a:pt x="72000" y="120000"/>
                    <a:pt x="72000" y="120000"/>
                    <a:pt x="72000" y="120000"/>
                  </a:cubicBezTo>
                  <a:cubicBezTo>
                    <a:pt x="72000" y="120000"/>
                    <a:pt x="74400" y="120000"/>
                    <a:pt x="74400" y="120000"/>
                  </a:cubicBezTo>
                  <a:cubicBezTo>
                    <a:pt x="74400" y="120000"/>
                    <a:pt x="74400" y="120000"/>
                    <a:pt x="74400" y="120000"/>
                  </a:cubicBezTo>
                  <a:cubicBezTo>
                    <a:pt x="74400" y="120000"/>
                    <a:pt x="74400" y="120000"/>
                    <a:pt x="74400" y="120000"/>
                  </a:cubicBezTo>
                  <a:cubicBezTo>
                    <a:pt x="74400" y="120000"/>
                    <a:pt x="74400" y="120000"/>
                    <a:pt x="74400" y="120000"/>
                  </a:cubicBezTo>
                  <a:cubicBezTo>
                    <a:pt x="76800" y="120000"/>
                    <a:pt x="76800" y="117600"/>
                    <a:pt x="76800" y="117600"/>
                  </a:cubicBezTo>
                  <a:cubicBezTo>
                    <a:pt x="79200" y="117600"/>
                    <a:pt x="79200" y="117600"/>
                    <a:pt x="79200" y="117600"/>
                  </a:cubicBezTo>
                  <a:cubicBezTo>
                    <a:pt x="79200" y="117600"/>
                    <a:pt x="79200" y="117600"/>
                    <a:pt x="79200" y="117600"/>
                  </a:cubicBezTo>
                  <a:cubicBezTo>
                    <a:pt x="79200" y="117600"/>
                    <a:pt x="79200" y="117600"/>
                    <a:pt x="79200" y="117600"/>
                  </a:cubicBezTo>
                  <a:cubicBezTo>
                    <a:pt x="81600" y="117600"/>
                    <a:pt x="81600" y="115200"/>
                    <a:pt x="81600" y="112800"/>
                  </a:cubicBezTo>
                  <a:cubicBezTo>
                    <a:pt x="81600" y="112800"/>
                    <a:pt x="81600" y="112800"/>
                    <a:pt x="81600" y="110400"/>
                  </a:cubicBezTo>
                  <a:cubicBezTo>
                    <a:pt x="81600" y="110400"/>
                    <a:pt x="81600" y="110400"/>
                    <a:pt x="81600" y="108000"/>
                  </a:cubicBezTo>
                  <a:cubicBezTo>
                    <a:pt x="81600" y="108000"/>
                    <a:pt x="81600" y="108000"/>
                    <a:pt x="81600" y="108000"/>
                  </a:cubicBezTo>
                  <a:cubicBezTo>
                    <a:pt x="81600" y="108000"/>
                    <a:pt x="84000" y="108000"/>
                    <a:pt x="84000" y="108000"/>
                  </a:cubicBezTo>
                  <a:cubicBezTo>
                    <a:pt x="84000" y="108000"/>
                    <a:pt x="84000" y="108000"/>
                    <a:pt x="84000" y="108000"/>
                  </a:cubicBezTo>
                  <a:cubicBezTo>
                    <a:pt x="84000" y="105600"/>
                    <a:pt x="84000" y="105600"/>
                    <a:pt x="84000" y="105600"/>
                  </a:cubicBezTo>
                  <a:cubicBezTo>
                    <a:pt x="84000" y="105600"/>
                    <a:pt x="84000" y="105600"/>
                    <a:pt x="86400" y="105600"/>
                  </a:cubicBezTo>
                  <a:cubicBezTo>
                    <a:pt x="86400" y="105600"/>
                    <a:pt x="86400" y="105600"/>
                    <a:pt x="86400" y="105600"/>
                  </a:cubicBezTo>
                  <a:cubicBezTo>
                    <a:pt x="86400" y="105600"/>
                    <a:pt x="86400" y="105600"/>
                    <a:pt x="86400" y="105600"/>
                  </a:cubicBezTo>
                  <a:cubicBezTo>
                    <a:pt x="88800" y="105600"/>
                    <a:pt x="88800" y="105600"/>
                    <a:pt x="91200" y="108000"/>
                  </a:cubicBezTo>
                  <a:cubicBezTo>
                    <a:pt x="91200" y="108000"/>
                    <a:pt x="91200" y="108000"/>
                    <a:pt x="91200" y="108000"/>
                  </a:cubicBezTo>
                  <a:cubicBezTo>
                    <a:pt x="93600" y="108000"/>
                    <a:pt x="96000" y="108000"/>
                    <a:pt x="98400" y="108000"/>
                  </a:cubicBezTo>
                  <a:cubicBezTo>
                    <a:pt x="98400" y="105600"/>
                    <a:pt x="98400" y="105600"/>
                    <a:pt x="98400" y="105600"/>
                  </a:cubicBezTo>
                  <a:cubicBezTo>
                    <a:pt x="98400" y="105600"/>
                    <a:pt x="98400" y="105600"/>
                    <a:pt x="98400" y="105600"/>
                  </a:cubicBezTo>
                  <a:cubicBezTo>
                    <a:pt x="98400" y="105600"/>
                    <a:pt x="98400" y="105600"/>
                    <a:pt x="98400" y="105600"/>
                  </a:cubicBezTo>
                  <a:cubicBezTo>
                    <a:pt x="100800" y="105600"/>
                    <a:pt x="100800" y="105600"/>
                    <a:pt x="100800" y="105600"/>
                  </a:cubicBezTo>
                  <a:cubicBezTo>
                    <a:pt x="100800" y="105600"/>
                    <a:pt x="100800" y="103200"/>
                    <a:pt x="100800" y="103200"/>
                  </a:cubicBezTo>
                  <a:cubicBezTo>
                    <a:pt x="100800" y="103200"/>
                    <a:pt x="100800" y="103200"/>
                    <a:pt x="100800" y="103200"/>
                  </a:cubicBezTo>
                  <a:cubicBezTo>
                    <a:pt x="100800" y="103200"/>
                    <a:pt x="100800" y="103200"/>
                    <a:pt x="100800" y="103200"/>
                  </a:cubicBezTo>
                  <a:cubicBezTo>
                    <a:pt x="103200" y="103200"/>
                    <a:pt x="103200" y="103200"/>
                    <a:pt x="103200" y="103200"/>
                  </a:cubicBezTo>
                  <a:cubicBezTo>
                    <a:pt x="103200" y="103200"/>
                    <a:pt x="103200" y="100800"/>
                    <a:pt x="103200" y="100800"/>
                  </a:cubicBezTo>
                  <a:cubicBezTo>
                    <a:pt x="103200" y="100800"/>
                    <a:pt x="103200" y="100800"/>
                    <a:pt x="103200" y="100800"/>
                  </a:cubicBezTo>
                  <a:cubicBezTo>
                    <a:pt x="103200" y="100800"/>
                    <a:pt x="103200" y="100800"/>
                    <a:pt x="103200" y="100800"/>
                  </a:cubicBezTo>
                  <a:cubicBezTo>
                    <a:pt x="103200" y="100800"/>
                    <a:pt x="103200" y="100800"/>
                    <a:pt x="105600" y="100800"/>
                  </a:cubicBezTo>
                  <a:cubicBezTo>
                    <a:pt x="105600" y="100800"/>
                    <a:pt x="105600" y="100800"/>
                    <a:pt x="105600" y="100800"/>
                  </a:cubicBezTo>
                  <a:cubicBezTo>
                    <a:pt x="105600" y="98400"/>
                    <a:pt x="105600" y="96000"/>
                    <a:pt x="105600" y="96000"/>
                  </a:cubicBezTo>
                  <a:cubicBezTo>
                    <a:pt x="105600" y="93600"/>
                    <a:pt x="105600" y="93600"/>
                    <a:pt x="105600" y="93600"/>
                  </a:cubicBezTo>
                  <a:cubicBezTo>
                    <a:pt x="105600" y="91200"/>
                    <a:pt x="105600" y="91200"/>
                    <a:pt x="105600" y="91200"/>
                  </a:cubicBezTo>
                  <a:cubicBezTo>
                    <a:pt x="105600" y="91200"/>
                    <a:pt x="105600" y="91200"/>
                    <a:pt x="105600" y="91200"/>
                  </a:cubicBezTo>
                  <a:cubicBezTo>
                    <a:pt x="105600" y="91200"/>
                    <a:pt x="105600" y="91200"/>
                    <a:pt x="105600" y="91200"/>
                  </a:cubicBezTo>
                  <a:cubicBezTo>
                    <a:pt x="103200" y="91200"/>
                    <a:pt x="103200" y="91200"/>
                    <a:pt x="103200" y="88800"/>
                  </a:cubicBezTo>
                  <a:cubicBezTo>
                    <a:pt x="103200" y="88800"/>
                    <a:pt x="103200" y="88800"/>
                    <a:pt x="103200" y="88800"/>
                  </a:cubicBezTo>
                  <a:cubicBezTo>
                    <a:pt x="103200" y="88800"/>
                    <a:pt x="103200" y="88800"/>
                    <a:pt x="103200" y="88800"/>
                  </a:cubicBezTo>
                  <a:cubicBezTo>
                    <a:pt x="103200" y="86400"/>
                    <a:pt x="103200" y="86400"/>
                    <a:pt x="103200" y="86400"/>
                  </a:cubicBezTo>
                  <a:cubicBezTo>
                    <a:pt x="103200" y="86400"/>
                    <a:pt x="103200" y="86400"/>
                    <a:pt x="103200" y="86400"/>
                  </a:cubicBezTo>
                  <a:cubicBezTo>
                    <a:pt x="105600" y="86400"/>
                    <a:pt x="105600" y="86400"/>
                    <a:pt x="105600" y="86400"/>
                  </a:cubicBezTo>
                  <a:cubicBezTo>
                    <a:pt x="105600" y="86400"/>
                    <a:pt x="105600" y="86400"/>
                    <a:pt x="105600" y="86400"/>
                  </a:cubicBezTo>
                  <a:cubicBezTo>
                    <a:pt x="105600" y="86400"/>
                    <a:pt x="105600" y="86400"/>
                    <a:pt x="105600" y="86400"/>
                  </a:cubicBezTo>
                  <a:cubicBezTo>
                    <a:pt x="105600" y="86400"/>
                    <a:pt x="105600" y="86400"/>
                    <a:pt x="105600" y="86400"/>
                  </a:cubicBezTo>
                  <a:cubicBezTo>
                    <a:pt x="105600" y="86400"/>
                    <a:pt x="105600" y="86400"/>
                    <a:pt x="105600" y="84000"/>
                  </a:cubicBezTo>
                  <a:cubicBezTo>
                    <a:pt x="105600" y="84000"/>
                    <a:pt x="105600" y="84000"/>
                    <a:pt x="105600" y="84000"/>
                  </a:cubicBezTo>
                  <a:cubicBezTo>
                    <a:pt x="108000" y="84000"/>
                    <a:pt x="108000" y="84000"/>
                    <a:pt x="108000" y="84000"/>
                  </a:cubicBezTo>
                  <a:cubicBezTo>
                    <a:pt x="108000" y="84000"/>
                    <a:pt x="108000" y="84000"/>
                    <a:pt x="108000" y="84000"/>
                  </a:cubicBezTo>
                  <a:cubicBezTo>
                    <a:pt x="108000" y="84000"/>
                    <a:pt x="108000" y="84000"/>
                    <a:pt x="108000" y="84000"/>
                  </a:cubicBezTo>
                  <a:cubicBezTo>
                    <a:pt x="110400" y="84000"/>
                    <a:pt x="110400" y="84000"/>
                    <a:pt x="110400" y="84000"/>
                  </a:cubicBezTo>
                  <a:cubicBezTo>
                    <a:pt x="110400" y="84000"/>
                    <a:pt x="110400" y="84000"/>
                    <a:pt x="112800" y="84000"/>
                  </a:cubicBezTo>
                  <a:cubicBezTo>
                    <a:pt x="112800" y="84000"/>
                    <a:pt x="115200" y="84000"/>
                    <a:pt x="115200" y="81600"/>
                  </a:cubicBezTo>
                  <a:cubicBezTo>
                    <a:pt x="115200" y="81600"/>
                    <a:pt x="117600" y="81600"/>
                    <a:pt x="117600" y="79200"/>
                  </a:cubicBezTo>
                  <a:cubicBezTo>
                    <a:pt x="117600" y="79200"/>
                    <a:pt x="117600" y="79200"/>
                    <a:pt x="117600" y="79200"/>
                  </a:cubicBezTo>
                  <a:cubicBezTo>
                    <a:pt x="117600" y="79200"/>
                    <a:pt x="117600" y="76800"/>
                    <a:pt x="117600" y="76800"/>
                  </a:cubicBezTo>
                  <a:cubicBezTo>
                    <a:pt x="117600" y="76800"/>
                    <a:pt x="117600" y="76800"/>
                    <a:pt x="117600" y="76800"/>
                  </a:cubicBezTo>
                  <a:cubicBezTo>
                    <a:pt x="117600" y="74400"/>
                    <a:pt x="117600" y="74400"/>
                    <a:pt x="117600" y="74400"/>
                  </a:cubicBezTo>
                  <a:cubicBezTo>
                    <a:pt x="117600" y="72000"/>
                    <a:pt x="117600" y="72000"/>
                    <a:pt x="117600" y="72000"/>
                  </a:cubicBezTo>
                  <a:cubicBezTo>
                    <a:pt x="120000" y="69600"/>
                    <a:pt x="117600" y="67200"/>
                    <a:pt x="115200" y="67200"/>
                  </a:cubicBezTo>
                  <a:cubicBezTo>
                    <a:pt x="115200" y="67200"/>
                    <a:pt x="115200" y="64800"/>
                    <a:pt x="115200" y="64800"/>
                  </a:cubicBezTo>
                  <a:cubicBezTo>
                    <a:pt x="115200" y="64800"/>
                    <a:pt x="112800" y="64800"/>
                    <a:pt x="112800" y="64800"/>
                  </a:cubicBezTo>
                  <a:cubicBezTo>
                    <a:pt x="112800" y="64800"/>
                    <a:pt x="112800" y="64800"/>
                    <a:pt x="112800" y="64800"/>
                  </a:cubicBezTo>
                  <a:cubicBezTo>
                    <a:pt x="112800" y="62400"/>
                    <a:pt x="112800" y="62400"/>
                    <a:pt x="112800" y="62400"/>
                  </a:cubicBezTo>
                  <a:cubicBezTo>
                    <a:pt x="112800" y="62400"/>
                    <a:pt x="112800" y="62400"/>
                    <a:pt x="112800" y="62400"/>
                  </a:cubicBezTo>
                  <a:cubicBezTo>
                    <a:pt x="112800" y="60000"/>
                    <a:pt x="112800" y="60000"/>
                    <a:pt x="112800" y="60000"/>
                  </a:cubicBezTo>
                  <a:cubicBezTo>
                    <a:pt x="112800" y="60000"/>
                    <a:pt x="112800" y="60000"/>
                    <a:pt x="112800" y="60000"/>
                  </a:cubicBezTo>
                  <a:cubicBezTo>
                    <a:pt x="112800" y="60000"/>
                    <a:pt x="112800" y="60000"/>
                    <a:pt x="112800" y="60000"/>
                  </a:cubicBezTo>
                  <a:cubicBezTo>
                    <a:pt x="112800" y="60000"/>
                    <a:pt x="112800" y="60000"/>
                    <a:pt x="112800" y="60000"/>
                  </a:cubicBezTo>
                  <a:cubicBezTo>
                    <a:pt x="112800" y="60000"/>
                    <a:pt x="112800" y="57600"/>
                    <a:pt x="112800" y="57600"/>
                  </a:cubicBezTo>
                  <a:cubicBezTo>
                    <a:pt x="112800" y="57600"/>
                    <a:pt x="112800" y="57600"/>
                    <a:pt x="112800" y="57600"/>
                  </a:cubicBezTo>
                  <a:cubicBezTo>
                    <a:pt x="112800" y="57600"/>
                    <a:pt x="112800" y="57600"/>
                    <a:pt x="115200" y="57600"/>
                  </a:cubicBezTo>
                  <a:cubicBezTo>
                    <a:pt x="115200" y="57600"/>
                    <a:pt x="115200" y="57600"/>
                    <a:pt x="115200" y="57600"/>
                  </a:cubicBezTo>
                  <a:cubicBezTo>
                    <a:pt x="115200" y="57600"/>
                    <a:pt x="115200" y="57600"/>
                    <a:pt x="115200" y="57600"/>
                  </a:cubicBezTo>
                  <a:cubicBezTo>
                    <a:pt x="115200" y="57600"/>
                    <a:pt x="115200" y="57600"/>
                    <a:pt x="115200" y="57600"/>
                  </a:cubicBezTo>
                  <a:cubicBezTo>
                    <a:pt x="115200" y="55200"/>
                    <a:pt x="115200" y="55200"/>
                    <a:pt x="117600" y="55200"/>
                  </a:cubicBezTo>
                  <a:cubicBezTo>
                    <a:pt x="117600" y="55200"/>
                    <a:pt x="120000" y="52800"/>
                    <a:pt x="120000" y="50400"/>
                  </a:cubicBezTo>
                  <a:cubicBezTo>
                    <a:pt x="120000" y="50400"/>
                    <a:pt x="120000" y="50400"/>
                    <a:pt x="120000" y="50400"/>
                  </a:cubicBezTo>
                  <a:cubicBezTo>
                    <a:pt x="120000" y="50400"/>
                    <a:pt x="120000" y="50400"/>
                    <a:pt x="120000" y="50400"/>
                  </a:cubicBezTo>
                  <a:cubicBezTo>
                    <a:pt x="117600" y="48000"/>
                    <a:pt x="117600" y="48000"/>
                    <a:pt x="117600" y="48000"/>
                  </a:cubicBezTo>
                  <a:cubicBezTo>
                    <a:pt x="117600" y="48000"/>
                    <a:pt x="117600" y="48000"/>
                    <a:pt x="117600" y="48000"/>
                  </a:cubicBezTo>
                  <a:cubicBezTo>
                    <a:pt x="117600" y="48000"/>
                    <a:pt x="117600" y="48000"/>
                    <a:pt x="117600" y="48000"/>
                  </a:cubicBezTo>
                  <a:cubicBezTo>
                    <a:pt x="117600" y="48000"/>
                    <a:pt x="117600" y="48000"/>
                    <a:pt x="117600" y="48000"/>
                  </a:cubicBezTo>
                  <a:cubicBezTo>
                    <a:pt x="117600" y="48000"/>
                    <a:pt x="117600" y="45600"/>
                    <a:pt x="117600" y="45600"/>
                  </a:cubicBezTo>
                  <a:cubicBezTo>
                    <a:pt x="117600" y="45600"/>
                    <a:pt x="117600" y="45600"/>
                    <a:pt x="117600" y="45600"/>
                  </a:cubicBezTo>
                  <a:cubicBezTo>
                    <a:pt x="117600" y="45600"/>
                    <a:pt x="117600" y="45600"/>
                    <a:pt x="117600" y="45600"/>
                  </a:cubicBezTo>
                  <a:cubicBezTo>
                    <a:pt x="117600" y="45600"/>
                    <a:pt x="117600" y="45600"/>
                    <a:pt x="117600" y="45600"/>
                  </a:cubicBezTo>
                  <a:cubicBezTo>
                    <a:pt x="117600" y="43200"/>
                    <a:pt x="117600" y="43200"/>
                    <a:pt x="117600" y="43200"/>
                  </a:cubicBezTo>
                  <a:cubicBezTo>
                    <a:pt x="117600" y="40800"/>
                    <a:pt x="117600" y="40800"/>
                    <a:pt x="117600" y="40800"/>
                  </a:cubicBezTo>
                  <a:cubicBezTo>
                    <a:pt x="117600" y="40800"/>
                    <a:pt x="117600" y="40800"/>
                    <a:pt x="117600" y="40800"/>
                  </a:cubicBezTo>
                  <a:cubicBezTo>
                    <a:pt x="117600" y="40800"/>
                    <a:pt x="117600" y="40800"/>
                    <a:pt x="117600" y="40800"/>
                  </a:cubicBezTo>
                  <a:cubicBezTo>
                    <a:pt x="115200" y="40800"/>
                    <a:pt x="115200" y="38400"/>
                    <a:pt x="115200" y="38400"/>
                  </a:cubicBezTo>
                  <a:cubicBezTo>
                    <a:pt x="112800" y="36000"/>
                    <a:pt x="110400" y="36000"/>
                    <a:pt x="110400" y="38400"/>
                  </a:cubicBezTo>
                  <a:cubicBezTo>
                    <a:pt x="110400" y="36000"/>
                    <a:pt x="108000" y="36000"/>
                    <a:pt x="105600" y="36000"/>
                  </a:cubicBezTo>
                  <a:cubicBezTo>
                    <a:pt x="105600" y="36000"/>
                    <a:pt x="105600" y="36000"/>
                    <a:pt x="105600" y="36000"/>
                  </a:cubicBezTo>
                  <a:cubicBezTo>
                    <a:pt x="105600" y="36000"/>
                    <a:pt x="105600" y="36000"/>
                    <a:pt x="105600" y="36000"/>
                  </a:cubicBezTo>
                  <a:cubicBezTo>
                    <a:pt x="105600" y="36000"/>
                    <a:pt x="105600" y="36000"/>
                    <a:pt x="105600" y="36000"/>
                  </a:cubicBezTo>
                  <a:cubicBezTo>
                    <a:pt x="105600" y="36000"/>
                    <a:pt x="105600" y="36000"/>
                    <a:pt x="105600" y="36000"/>
                  </a:cubicBezTo>
                  <a:cubicBezTo>
                    <a:pt x="105600" y="36000"/>
                    <a:pt x="105600" y="33600"/>
                    <a:pt x="105600" y="33600"/>
                  </a:cubicBezTo>
                  <a:cubicBezTo>
                    <a:pt x="105600" y="33600"/>
                    <a:pt x="105600" y="33600"/>
                    <a:pt x="105600" y="33600"/>
                  </a:cubicBezTo>
                  <a:cubicBezTo>
                    <a:pt x="105600" y="33600"/>
                    <a:pt x="105600" y="33600"/>
                    <a:pt x="105600" y="33600"/>
                  </a:cubicBezTo>
                  <a:cubicBezTo>
                    <a:pt x="103200" y="33600"/>
                    <a:pt x="103200" y="33600"/>
                    <a:pt x="103200" y="33600"/>
                  </a:cubicBezTo>
                  <a:cubicBezTo>
                    <a:pt x="103200" y="33600"/>
                    <a:pt x="103200" y="31200"/>
                    <a:pt x="103200" y="31200"/>
                  </a:cubicBezTo>
                  <a:cubicBezTo>
                    <a:pt x="105600" y="31200"/>
                    <a:pt x="105600" y="28800"/>
                    <a:pt x="105600" y="28800"/>
                  </a:cubicBezTo>
                  <a:cubicBezTo>
                    <a:pt x="105600" y="28800"/>
                    <a:pt x="105600" y="28800"/>
                    <a:pt x="105600" y="26400"/>
                  </a:cubicBezTo>
                  <a:cubicBezTo>
                    <a:pt x="108000" y="26400"/>
                    <a:pt x="108000" y="24000"/>
                    <a:pt x="105600" y="21600"/>
                  </a:cubicBezTo>
                  <a:cubicBezTo>
                    <a:pt x="105600" y="21600"/>
                    <a:pt x="105600" y="21600"/>
                    <a:pt x="105600" y="21600"/>
                  </a:cubicBezTo>
                  <a:cubicBezTo>
                    <a:pt x="105600" y="21600"/>
                    <a:pt x="105600" y="21600"/>
                    <a:pt x="105600" y="21600"/>
                  </a:cubicBezTo>
                  <a:cubicBezTo>
                    <a:pt x="105600" y="21600"/>
                    <a:pt x="105600" y="21600"/>
                    <a:pt x="105600" y="21600"/>
                  </a:cubicBezTo>
                  <a:cubicBezTo>
                    <a:pt x="103200" y="19200"/>
                    <a:pt x="103200" y="19200"/>
                    <a:pt x="103200" y="19200"/>
                  </a:cubicBezTo>
                  <a:cubicBezTo>
                    <a:pt x="103200" y="19200"/>
                    <a:pt x="103200" y="19200"/>
                    <a:pt x="103200" y="19200"/>
                  </a:cubicBezTo>
                  <a:cubicBezTo>
                    <a:pt x="103200" y="19200"/>
                    <a:pt x="103200" y="19200"/>
                    <a:pt x="103200" y="19200"/>
                  </a:cubicBezTo>
                  <a:cubicBezTo>
                    <a:pt x="103200" y="19200"/>
                    <a:pt x="103200" y="19200"/>
                    <a:pt x="103200" y="19200"/>
                  </a:cubicBezTo>
                  <a:cubicBezTo>
                    <a:pt x="100800" y="16800"/>
                    <a:pt x="100800" y="16800"/>
                    <a:pt x="100800" y="16800"/>
                  </a:cubicBezTo>
                  <a:cubicBezTo>
                    <a:pt x="100800" y="16800"/>
                    <a:pt x="100800" y="16800"/>
                    <a:pt x="100800" y="16800"/>
                  </a:cubicBezTo>
                  <a:cubicBezTo>
                    <a:pt x="100800" y="16800"/>
                    <a:pt x="100800" y="16800"/>
                    <a:pt x="100800" y="16800"/>
                  </a:cubicBezTo>
                  <a:cubicBezTo>
                    <a:pt x="100800" y="16800"/>
                    <a:pt x="100800" y="16800"/>
                    <a:pt x="100800" y="16800"/>
                  </a:cubicBezTo>
                  <a:cubicBezTo>
                    <a:pt x="100800" y="14400"/>
                    <a:pt x="98400" y="14400"/>
                    <a:pt x="98400" y="14400"/>
                  </a:cubicBezTo>
                  <a:cubicBezTo>
                    <a:pt x="98400" y="14400"/>
                    <a:pt x="98400" y="14400"/>
                    <a:pt x="98400" y="14400"/>
                  </a:cubicBezTo>
                  <a:cubicBezTo>
                    <a:pt x="98400" y="14400"/>
                    <a:pt x="98400" y="14400"/>
                    <a:pt x="98400" y="14400"/>
                  </a:cubicBezTo>
                  <a:close/>
                  <a:moveTo>
                    <a:pt x="74400" y="31200"/>
                  </a:moveTo>
                  <a:cubicBezTo>
                    <a:pt x="76800" y="31200"/>
                    <a:pt x="76800" y="31200"/>
                    <a:pt x="76800" y="31200"/>
                  </a:cubicBezTo>
                  <a:cubicBezTo>
                    <a:pt x="76800" y="31200"/>
                    <a:pt x="76800" y="31200"/>
                    <a:pt x="76800" y="31200"/>
                  </a:cubicBezTo>
                  <a:cubicBezTo>
                    <a:pt x="76800" y="31200"/>
                    <a:pt x="76800" y="31200"/>
                    <a:pt x="76800" y="31200"/>
                  </a:cubicBezTo>
                  <a:cubicBezTo>
                    <a:pt x="76800" y="31200"/>
                    <a:pt x="76800" y="31200"/>
                    <a:pt x="76800" y="31200"/>
                  </a:cubicBezTo>
                  <a:cubicBezTo>
                    <a:pt x="79200" y="31200"/>
                    <a:pt x="79200" y="31200"/>
                    <a:pt x="79200" y="31200"/>
                  </a:cubicBezTo>
                  <a:cubicBezTo>
                    <a:pt x="79200" y="31200"/>
                    <a:pt x="79200" y="31200"/>
                    <a:pt x="79200" y="31200"/>
                  </a:cubicBezTo>
                  <a:cubicBezTo>
                    <a:pt x="79200" y="33600"/>
                    <a:pt x="79200" y="33600"/>
                    <a:pt x="79200" y="33600"/>
                  </a:cubicBezTo>
                  <a:cubicBezTo>
                    <a:pt x="81600" y="33600"/>
                    <a:pt x="81600" y="36000"/>
                    <a:pt x="84000" y="36000"/>
                  </a:cubicBezTo>
                  <a:cubicBezTo>
                    <a:pt x="84000" y="38400"/>
                    <a:pt x="86400" y="40800"/>
                    <a:pt x="88800" y="40800"/>
                  </a:cubicBezTo>
                  <a:cubicBezTo>
                    <a:pt x="88800" y="43200"/>
                    <a:pt x="88800" y="43200"/>
                    <a:pt x="88800" y="43200"/>
                  </a:cubicBezTo>
                  <a:cubicBezTo>
                    <a:pt x="88800" y="43200"/>
                    <a:pt x="88800" y="43200"/>
                    <a:pt x="88800" y="43200"/>
                  </a:cubicBezTo>
                  <a:cubicBezTo>
                    <a:pt x="88800" y="45600"/>
                    <a:pt x="88800" y="45600"/>
                    <a:pt x="88800" y="45600"/>
                  </a:cubicBezTo>
                  <a:cubicBezTo>
                    <a:pt x="88800" y="45600"/>
                    <a:pt x="88800" y="45600"/>
                    <a:pt x="88800" y="45600"/>
                  </a:cubicBezTo>
                  <a:cubicBezTo>
                    <a:pt x="88800" y="45600"/>
                    <a:pt x="91200" y="45600"/>
                    <a:pt x="91200" y="45600"/>
                  </a:cubicBezTo>
                  <a:cubicBezTo>
                    <a:pt x="91200" y="45600"/>
                    <a:pt x="91200" y="45600"/>
                    <a:pt x="91200" y="45600"/>
                  </a:cubicBezTo>
                  <a:cubicBezTo>
                    <a:pt x="91200" y="45600"/>
                    <a:pt x="91200" y="45600"/>
                    <a:pt x="91200" y="45600"/>
                  </a:cubicBezTo>
                  <a:cubicBezTo>
                    <a:pt x="91200" y="48000"/>
                    <a:pt x="91200" y="50400"/>
                    <a:pt x="91200" y="52800"/>
                  </a:cubicBezTo>
                  <a:cubicBezTo>
                    <a:pt x="91200" y="52800"/>
                    <a:pt x="91200" y="52800"/>
                    <a:pt x="91200" y="52800"/>
                  </a:cubicBezTo>
                  <a:cubicBezTo>
                    <a:pt x="91200" y="52800"/>
                    <a:pt x="91200" y="52800"/>
                    <a:pt x="91200" y="52800"/>
                  </a:cubicBezTo>
                  <a:cubicBezTo>
                    <a:pt x="93600" y="55200"/>
                    <a:pt x="93600" y="57600"/>
                    <a:pt x="93600" y="57600"/>
                  </a:cubicBezTo>
                  <a:cubicBezTo>
                    <a:pt x="93600" y="57600"/>
                    <a:pt x="93600" y="57600"/>
                    <a:pt x="93600" y="57600"/>
                  </a:cubicBezTo>
                  <a:cubicBezTo>
                    <a:pt x="93600" y="57600"/>
                    <a:pt x="93600" y="57600"/>
                    <a:pt x="93600" y="57600"/>
                  </a:cubicBezTo>
                  <a:cubicBezTo>
                    <a:pt x="93600" y="60000"/>
                    <a:pt x="93600" y="60000"/>
                    <a:pt x="93600" y="60000"/>
                  </a:cubicBezTo>
                  <a:cubicBezTo>
                    <a:pt x="93600" y="60000"/>
                    <a:pt x="93600" y="60000"/>
                    <a:pt x="93600" y="60000"/>
                  </a:cubicBezTo>
                  <a:cubicBezTo>
                    <a:pt x="93600" y="60000"/>
                    <a:pt x="93600" y="60000"/>
                    <a:pt x="93600" y="60000"/>
                  </a:cubicBezTo>
                  <a:cubicBezTo>
                    <a:pt x="93600" y="62400"/>
                    <a:pt x="93600" y="62400"/>
                    <a:pt x="93600" y="62400"/>
                  </a:cubicBezTo>
                  <a:cubicBezTo>
                    <a:pt x="93600" y="62400"/>
                    <a:pt x="93600" y="62400"/>
                    <a:pt x="93600" y="64800"/>
                  </a:cubicBezTo>
                  <a:cubicBezTo>
                    <a:pt x="93600" y="64800"/>
                    <a:pt x="93600" y="67200"/>
                    <a:pt x="91200" y="69600"/>
                  </a:cubicBezTo>
                  <a:cubicBezTo>
                    <a:pt x="91200" y="72000"/>
                    <a:pt x="91200" y="74400"/>
                    <a:pt x="88800" y="76800"/>
                  </a:cubicBezTo>
                  <a:cubicBezTo>
                    <a:pt x="88800" y="76800"/>
                    <a:pt x="88800" y="76800"/>
                    <a:pt x="88800" y="76800"/>
                  </a:cubicBezTo>
                  <a:cubicBezTo>
                    <a:pt x="88800" y="76800"/>
                    <a:pt x="88800" y="76800"/>
                    <a:pt x="88800" y="76800"/>
                  </a:cubicBezTo>
                  <a:cubicBezTo>
                    <a:pt x="88800" y="76800"/>
                    <a:pt x="88800" y="76800"/>
                    <a:pt x="88800" y="76800"/>
                  </a:cubicBezTo>
                  <a:cubicBezTo>
                    <a:pt x="88800" y="76800"/>
                    <a:pt x="88800" y="76800"/>
                    <a:pt x="88800" y="76800"/>
                  </a:cubicBezTo>
                  <a:cubicBezTo>
                    <a:pt x="88800" y="76800"/>
                    <a:pt x="88800" y="76800"/>
                    <a:pt x="88800" y="76800"/>
                  </a:cubicBezTo>
                  <a:cubicBezTo>
                    <a:pt x="88800" y="79200"/>
                    <a:pt x="88800" y="79200"/>
                    <a:pt x="88800" y="79200"/>
                  </a:cubicBezTo>
                  <a:cubicBezTo>
                    <a:pt x="88800" y="79200"/>
                    <a:pt x="88800" y="79200"/>
                    <a:pt x="88800" y="79200"/>
                  </a:cubicBezTo>
                  <a:cubicBezTo>
                    <a:pt x="88800" y="79200"/>
                    <a:pt x="88800" y="79200"/>
                    <a:pt x="88800" y="79200"/>
                  </a:cubicBezTo>
                  <a:cubicBezTo>
                    <a:pt x="88800" y="79200"/>
                    <a:pt x="88800" y="79200"/>
                    <a:pt x="88800" y="79200"/>
                  </a:cubicBezTo>
                  <a:cubicBezTo>
                    <a:pt x="88800" y="79200"/>
                    <a:pt x="88800" y="79200"/>
                    <a:pt x="88800" y="79200"/>
                  </a:cubicBezTo>
                  <a:cubicBezTo>
                    <a:pt x="88800" y="79200"/>
                    <a:pt x="88800" y="79200"/>
                    <a:pt x="88800" y="79200"/>
                  </a:cubicBezTo>
                  <a:cubicBezTo>
                    <a:pt x="86400" y="79200"/>
                    <a:pt x="86400" y="79200"/>
                    <a:pt x="86400" y="79200"/>
                  </a:cubicBezTo>
                  <a:cubicBezTo>
                    <a:pt x="86400" y="79200"/>
                    <a:pt x="86400" y="79200"/>
                    <a:pt x="86400" y="81600"/>
                  </a:cubicBezTo>
                  <a:cubicBezTo>
                    <a:pt x="86400" y="81600"/>
                    <a:pt x="84000" y="84000"/>
                    <a:pt x="84000" y="84000"/>
                  </a:cubicBezTo>
                  <a:cubicBezTo>
                    <a:pt x="84000" y="84000"/>
                    <a:pt x="84000" y="84000"/>
                    <a:pt x="84000" y="84000"/>
                  </a:cubicBezTo>
                  <a:cubicBezTo>
                    <a:pt x="84000" y="86400"/>
                    <a:pt x="84000" y="86400"/>
                    <a:pt x="84000" y="86400"/>
                  </a:cubicBezTo>
                  <a:cubicBezTo>
                    <a:pt x="81600" y="86400"/>
                    <a:pt x="79200" y="88800"/>
                    <a:pt x="79200" y="88800"/>
                  </a:cubicBezTo>
                  <a:cubicBezTo>
                    <a:pt x="76800" y="88800"/>
                    <a:pt x="76800" y="88800"/>
                    <a:pt x="76800" y="91200"/>
                  </a:cubicBezTo>
                  <a:cubicBezTo>
                    <a:pt x="76800" y="91200"/>
                    <a:pt x="76800" y="91200"/>
                    <a:pt x="76800" y="91200"/>
                  </a:cubicBezTo>
                  <a:cubicBezTo>
                    <a:pt x="74400" y="91200"/>
                    <a:pt x="74400" y="91200"/>
                    <a:pt x="74400" y="91200"/>
                  </a:cubicBezTo>
                  <a:cubicBezTo>
                    <a:pt x="74400" y="91200"/>
                    <a:pt x="74400" y="91200"/>
                    <a:pt x="74400" y="91200"/>
                  </a:cubicBezTo>
                  <a:cubicBezTo>
                    <a:pt x="74400" y="91200"/>
                    <a:pt x="74400" y="91200"/>
                    <a:pt x="74400" y="91200"/>
                  </a:cubicBezTo>
                  <a:cubicBezTo>
                    <a:pt x="74400" y="91200"/>
                    <a:pt x="74400" y="91200"/>
                    <a:pt x="74400" y="91200"/>
                  </a:cubicBezTo>
                  <a:cubicBezTo>
                    <a:pt x="74400" y="91200"/>
                    <a:pt x="74400" y="91200"/>
                    <a:pt x="74400" y="91200"/>
                  </a:cubicBezTo>
                  <a:cubicBezTo>
                    <a:pt x="72000" y="93600"/>
                    <a:pt x="69600" y="93600"/>
                    <a:pt x="67200" y="93600"/>
                  </a:cubicBezTo>
                  <a:cubicBezTo>
                    <a:pt x="67200" y="93600"/>
                    <a:pt x="67200" y="93600"/>
                    <a:pt x="67200" y="93600"/>
                  </a:cubicBezTo>
                  <a:cubicBezTo>
                    <a:pt x="67200" y="93600"/>
                    <a:pt x="67200" y="93600"/>
                    <a:pt x="67200" y="93600"/>
                  </a:cubicBezTo>
                  <a:cubicBezTo>
                    <a:pt x="64800" y="93600"/>
                    <a:pt x="62400" y="93600"/>
                    <a:pt x="62400" y="93600"/>
                  </a:cubicBezTo>
                  <a:cubicBezTo>
                    <a:pt x="62400" y="93600"/>
                    <a:pt x="62400" y="93600"/>
                    <a:pt x="62400" y="93600"/>
                  </a:cubicBezTo>
                  <a:cubicBezTo>
                    <a:pt x="62400" y="93600"/>
                    <a:pt x="62400" y="93600"/>
                    <a:pt x="62400" y="93600"/>
                  </a:cubicBezTo>
                  <a:cubicBezTo>
                    <a:pt x="60000" y="96000"/>
                    <a:pt x="60000" y="96000"/>
                    <a:pt x="60000" y="96000"/>
                  </a:cubicBezTo>
                  <a:cubicBezTo>
                    <a:pt x="60000" y="96000"/>
                    <a:pt x="60000" y="96000"/>
                    <a:pt x="60000" y="96000"/>
                  </a:cubicBezTo>
                  <a:cubicBezTo>
                    <a:pt x="57600" y="96000"/>
                    <a:pt x="57600" y="96000"/>
                    <a:pt x="57600" y="96000"/>
                  </a:cubicBezTo>
                  <a:cubicBezTo>
                    <a:pt x="57600" y="96000"/>
                    <a:pt x="57600" y="96000"/>
                    <a:pt x="57600" y="96000"/>
                  </a:cubicBezTo>
                  <a:cubicBezTo>
                    <a:pt x="57600" y="96000"/>
                    <a:pt x="57600" y="93600"/>
                    <a:pt x="55200" y="93600"/>
                  </a:cubicBezTo>
                  <a:cubicBezTo>
                    <a:pt x="52800" y="93600"/>
                    <a:pt x="52800" y="93600"/>
                    <a:pt x="50400" y="93600"/>
                  </a:cubicBezTo>
                  <a:cubicBezTo>
                    <a:pt x="48000" y="93600"/>
                    <a:pt x="45600" y="91200"/>
                    <a:pt x="43200" y="91200"/>
                  </a:cubicBezTo>
                  <a:cubicBezTo>
                    <a:pt x="43200" y="91200"/>
                    <a:pt x="43200" y="91200"/>
                    <a:pt x="43200" y="91200"/>
                  </a:cubicBezTo>
                  <a:cubicBezTo>
                    <a:pt x="43200" y="91200"/>
                    <a:pt x="43200" y="91200"/>
                    <a:pt x="43200" y="91200"/>
                  </a:cubicBezTo>
                  <a:cubicBezTo>
                    <a:pt x="43200" y="91200"/>
                    <a:pt x="43200" y="91200"/>
                    <a:pt x="43200" y="91200"/>
                  </a:cubicBezTo>
                  <a:cubicBezTo>
                    <a:pt x="43200" y="91200"/>
                    <a:pt x="43200" y="91200"/>
                    <a:pt x="43200" y="91200"/>
                  </a:cubicBezTo>
                  <a:cubicBezTo>
                    <a:pt x="40800" y="88800"/>
                    <a:pt x="40800" y="88800"/>
                    <a:pt x="40800" y="88800"/>
                  </a:cubicBezTo>
                  <a:cubicBezTo>
                    <a:pt x="40800" y="88800"/>
                    <a:pt x="40800" y="88800"/>
                    <a:pt x="40800" y="88800"/>
                  </a:cubicBezTo>
                  <a:cubicBezTo>
                    <a:pt x="40800" y="88800"/>
                    <a:pt x="40800" y="88800"/>
                    <a:pt x="40800" y="88800"/>
                  </a:cubicBezTo>
                  <a:cubicBezTo>
                    <a:pt x="40800" y="88800"/>
                    <a:pt x="40800" y="88800"/>
                    <a:pt x="40800" y="88800"/>
                  </a:cubicBezTo>
                  <a:cubicBezTo>
                    <a:pt x="38400" y="88800"/>
                    <a:pt x="38400" y="88800"/>
                    <a:pt x="38400" y="88800"/>
                  </a:cubicBezTo>
                  <a:cubicBezTo>
                    <a:pt x="38400" y="86400"/>
                    <a:pt x="36000" y="86400"/>
                    <a:pt x="33600" y="84000"/>
                  </a:cubicBezTo>
                  <a:cubicBezTo>
                    <a:pt x="33600" y="84000"/>
                    <a:pt x="31200" y="81600"/>
                    <a:pt x="31200" y="79200"/>
                  </a:cubicBezTo>
                  <a:cubicBezTo>
                    <a:pt x="31200" y="79200"/>
                    <a:pt x="28800" y="79200"/>
                    <a:pt x="28800" y="76800"/>
                  </a:cubicBezTo>
                  <a:cubicBezTo>
                    <a:pt x="28800" y="76800"/>
                    <a:pt x="28800" y="76800"/>
                    <a:pt x="28800" y="76800"/>
                  </a:cubicBezTo>
                  <a:cubicBezTo>
                    <a:pt x="28800" y="76800"/>
                    <a:pt x="28800" y="76800"/>
                    <a:pt x="28800" y="76800"/>
                  </a:cubicBezTo>
                  <a:cubicBezTo>
                    <a:pt x="28800" y="76800"/>
                    <a:pt x="28800" y="76800"/>
                    <a:pt x="28800" y="76800"/>
                  </a:cubicBezTo>
                  <a:cubicBezTo>
                    <a:pt x="28800" y="76800"/>
                    <a:pt x="28800" y="74400"/>
                    <a:pt x="28800" y="74400"/>
                  </a:cubicBezTo>
                  <a:cubicBezTo>
                    <a:pt x="28800" y="74400"/>
                    <a:pt x="28800" y="74400"/>
                    <a:pt x="28800" y="74400"/>
                  </a:cubicBezTo>
                  <a:cubicBezTo>
                    <a:pt x="28800" y="74400"/>
                    <a:pt x="28800" y="74400"/>
                    <a:pt x="28800" y="74400"/>
                  </a:cubicBezTo>
                  <a:cubicBezTo>
                    <a:pt x="26400" y="72000"/>
                    <a:pt x="26400" y="72000"/>
                    <a:pt x="26400" y="69600"/>
                  </a:cubicBezTo>
                  <a:cubicBezTo>
                    <a:pt x="26400" y="67200"/>
                    <a:pt x="24000" y="64800"/>
                    <a:pt x="24000" y="62400"/>
                  </a:cubicBezTo>
                  <a:cubicBezTo>
                    <a:pt x="24000" y="62400"/>
                    <a:pt x="24000" y="62400"/>
                    <a:pt x="24000" y="62400"/>
                  </a:cubicBezTo>
                  <a:cubicBezTo>
                    <a:pt x="24000" y="62400"/>
                    <a:pt x="24000" y="62400"/>
                    <a:pt x="24000" y="62400"/>
                  </a:cubicBezTo>
                  <a:cubicBezTo>
                    <a:pt x="24000" y="62400"/>
                    <a:pt x="24000" y="62400"/>
                    <a:pt x="24000" y="62400"/>
                  </a:cubicBezTo>
                  <a:cubicBezTo>
                    <a:pt x="24000" y="60000"/>
                    <a:pt x="24000" y="60000"/>
                    <a:pt x="24000" y="60000"/>
                  </a:cubicBezTo>
                  <a:cubicBezTo>
                    <a:pt x="24000" y="60000"/>
                    <a:pt x="24000" y="60000"/>
                    <a:pt x="24000" y="60000"/>
                  </a:cubicBezTo>
                  <a:cubicBezTo>
                    <a:pt x="24000" y="60000"/>
                    <a:pt x="24000" y="60000"/>
                    <a:pt x="24000" y="60000"/>
                  </a:cubicBezTo>
                  <a:cubicBezTo>
                    <a:pt x="24000" y="57600"/>
                    <a:pt x="24000" y="57600"/>
                    <a:pt x="24000" y="57600"/>
                  </a:cubicBezTo>
                  <a:cubicBezTo>
                    <a:pt x="24000" y="55200"/>
                    <a:pt x="26400" y="52800"/>
                    <a:pt x="26400" y="50400"/>
                  </a:cubicBezTo>
                  <a:cubicBezTo>
                    <a:pt x="26400" y="50400"/>
                    <a:pt x="26400" y="48000"/>
                    <a:pt x="28800" y="45600"/>
                  </a:cubicBezTo>
                  <a:cubicBezTo>
                    <a:pt x="28800" y="45600"/>
                    <a:pt x="28800" y="45600"/>
                    <a:pt x="28800" y="45600"/>
                  </a:cubicBezTo>
                  <a:cubicBezTo>
                    <a:pt x="28800" y="45600"/>
                    <a:pt x="28800" y="45600"/>
                    <a:pt x="28800" y="45600"/>
                  </a:cubicBezTo>
                  <a:cubicBezTo>
                    <a:pt x="28800" y="43200"/>
                    <a:pt x="28800" y="43200"/>
                    <a:pt x="28800" y="43200"/>
                  </a:cubicBezTo>
                  <a:cubicBezTo>
                    <a:pt x="28800" y="43200"/>
                    <a:pt x="28800" y="43200"/>
                    <a:pt x="28800" y="43200"/>
                  </a:cubicBezTo>
                  <a:cubicBezTo>
                    <a:pt x="31200" y="43200"/>
                    <a:pt x="31200" y="43200"/>
                    <a:pt x="31200" y="43200"/>
                  </a:cubicBezTo>
                  <a:cubicBezTo>
                    <a:pt x="31200" y="40800"/>
                    <a:pt x="31200" y="40800"/>
                    <a:pt x="31200" y="40800"/>
                  </a:cubicBezTo>
                  <a:cubicBezTo>
                    <a:pt x="31200" y="40800"/>
                    <a:pt x="31200" y="40800"/>
                    <a:pt x="31200" y="40800"/>
                  </a:cubicBezTo>
                  <a:cubicBezTo>
                    <a:pt x="31200" y="40800"/>
                    <a:pt x="31200" y="40800"/>
                    <a:pt x="31200" y="40800"/>
                  </a:cubicBezTo>
                  <a:cubicBezTo>
                    <a:pt x="31200" y="40800"/>
                    <a:pt x="31200" y="40800"/>
                    <a:pt x="31200" y="40800"/>
                  </a:cubicBezTo>
                  <a:cubicBezTo>
                    <a:pt x="33600" y="38400"/>
                    <a:pt x="33600" y="38400"/>
                    <a:pt x="36000" y="36000"/>
                  </a:cubicBezTo>
                  <a:cubicBezTo>
                    <a:pt x="36000" y="36000"/>
                    <a:pt x="36000" y="36000"/>
                    <a:pt x="36000" y="36000"/>
                  </a:cubicBezTo>
                  <a:cubicBezTo>
                    <a:pt x="36000" y="36000"/>
                    <a:pt x="36000" y="36000"/>
                    <a:pt x="36000" y="36000"/>
                  </a:cubicBezTo>
                  <a:cubicBezTo>
                    <a:pt x="36000" y="33600"/>
                    <a:pt x="38400" y="33600"/>
                    <a:pt x="40800" y="31200"/>
                  </a:cubicBezTo>
                  <a:cubicBezTo>
                    <a:pt x="40800" y="31200"/>
                    <a:pt x="40800" y="31200"/>
                    <a:pt x="40800" y="31200"/>
                  </a:cubicBezTo>
                  <a:cubicBezTo>
                    <a:pt x="43200" y="31200"/>
                    <a:pt x="43200" y="31200"/>
                    <a:pt x="43200" y="31200"/>
                  </a:cubicBezTo>
                  <a:cubicBezTo>
                    <a:pt x="43200" y="31200"/>
                    <a:pt x="43200" y="31200"/>
                    <a:pt x="43200" y="31200"/>
                  </a:cubicBezTo>
                  <a:cubicBezTo>
                    <a:pt x="43200" y="31200"/>
                    <a:pt x="43200" y="31200"/>
                    <a:pt x="43200" y="28800"/>
                  </a:cubicBezTo>
                  <a:cubicBezTo>
                    <a:pt x="43200" y="28800"/>
                    <a:pt x="45600" y="28800"/>
                    <a:pt x="45600" y="28800"/>
                  </a:cubicBezTo>
                  <a:cubicBezTo>
                    <a:pt x="45600" y="28800"/>
                    <a:pt x="45600" y="28800"/>
                    <a:pt x="45600" y="28800"/>
                  </a:cubicBezTo>
                  <a:cubicBezTo>
                    <a:pt x="45600" y="28800"/>
                    <a:pt x="45600" y="28800"/>
                    <a:pt x="45600" y="28800"/>
                  </a:cubicBezTo>
                  <a:cubicBezTo>
                    <a:pt x="45600" y="28800"/>
                    <a:pt x="48000" y="28800"/>
                    <a:pt x="50400" y="26400"/>
                  </a:cubicBezTo>
                  <a:cubicBezTo>
                    <a:pt x="52800" y="26400"/>
                    <a:pt x="55200" y="26400"/>
                    <a:pt x="57600" y="26400"/>
                  </a:cubicBezTo>
                  <a:cubicBezTo>
                    <a:pt x="57600" y="26400"/>
                    <a:pt x="57600" y="26400"/>
                    <a:pt x="57600" y="26400"/>
                  </a:cubicBezTo>
                  <a:cubicBezTo>
                    <a:pt x="57600" y="26400"/>
                    <a:pt x="57600" y="26400"/>
                    <a:pt x="57600" y="26400"/>
                  </a:cubicBezTo>
                  <a:cubicBezTo>
                    <a:pt x="57600" y="26400"/>
                    <a:pt x="57600" y="26400"/>
                    <a:pt x="57600" y="26400"/>
                  </a:cubicBezTo>
                  <a:cubicBezTo>
                    <a:pt x="57600" y="26400"/>
                    <a:pt x="57600" y="26400"/>
                    <a:pt x="60000" y="26400"/>
                  </a:cubicBezTo>
                  <a:cubicBezTo>
                    <a:pt x="60000" y="26400"/>
                    <a:pt x="60000" y="26400"/>
                    <a:pt x="60000" y="26400"/>
                  </a:cubicBezTo>
                  <a:cubicBezTo>
                    <a:pt x="60000" y="26400"/>
                    <a:pt x="60000" y="26400"/>
                    <a:pt x="60000" y="26400"/>
                  </a:cubicBezTo>
                  <a:cubicBezTo>
                    <a:pt x="60000" y="26400"/>
                    <a:pt x="62400" y="26400"/>
                    <a:pt x="62400" y="26400"/>
                  </a:cubicBezTo>
                  <a:cubicBezTo>
                    <a:pt x="64800" y="26400"/>
                    <a:pt x="67200" y="26400"/>
                    <a:pt x="69600" y="26400"/>
                  </a:cubicBezTo>
                  <a:cubicBezTo>
                    <a:pt x="69600" y="28800"/>
                    <a:pt x="72000" y="28800"/>
                    <a:pt x="74400" y="28800"/>
                  </a:cubicBezTo>
                  <a:cubicBezTo>
                    <a:pt x="74400" y="28800"/>
                    <a:pt x="74400" y="28800"/>
                    <a:pt x="74400" y="31200"/>
                  </a:cubicBezTo>
                  <a:cubicBezTo>
                    <a:pt x="74400" y="31200"/>
                    <a:pt x="74400" y="31200"/>
                    <a:pt x="74400" y="31200"/>
                  </a:cubicBez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sp>
          <p:nvSpPr>
            <p:cNvPr id="1142" name="Shape 1142"/>
            <p:cNvSpPr/>
            <p:nvPr/>
          </p:nvSpPr>
          <p:spPr>
            <a:xfrm>
              <a:off x="7466846" y="2332972"/>
              <a:ext cx="68141" cy="60878"/>
            </a:xfrm>
            <a:custGeom>
              <a:avLst/>
              <a:gdLst/>
              <a:ahLst/>
              <a:cxnLst/>
              <a:rect l="0" t="0" r="0" b="0"/>
              <a:pathLst>
                <a:path w="120000" h="120000" extrusionOk="0">
                  <a:moveTo>
                    <a:pt x="88888" y="22222"/>
                  </a:moveTo>
                  <a:cubicBezTo>
                    <a:pt x="88888" y="22222"/>
                    <a:pt x="88888" y="22222"/>
                    <a:pt x="88888" y="22222"/>
                  </a:cubicBezTo>
                  <a:cubicBezTo>
                    <a:pt x="88888" y="22222"/>
                    <a:pt x="93333" y="22222"/>
                    <a:pt x="93333" y="22222"/>
                  </a:cubicBezTo>
                  <a:cubicBezTo>
                    <a:pt x="93333" y="22222"/>
                    <a:pt x="93333" y="22222"/>
                    <a:pt x="93333" y="22222"/>
                  </a:cubicBezTo>
                  <a:cubicBezTo>
                    <a:pt x="93333" y="26666"/>
                    <a:pt x="93333" y="26666"/>
                    <a:pt x="93333" y="26666"/>
                  </a:cubicBezTo>
                  <a:cubicBezTo>
                    <a:pt x="93333" y="26666"/>
                    <a:pt x="93333" y="26666"/>
                    <a:pt x="97777" y="26666"/>
                  </a:cubicBezTo>
                  <a:cubicBezTo>
                    <a:pt x="97777" y="26666"/>
                    <a:pt x="97777" y="31111"/>
                    <a:pt x="97777" y="31111"/>
                  </a:cubicBezTo>
                  <a:cubicBezTo>
                    <a:pt x="97777" y="31111"/>
                    <a:pt x="97777" y="31111"/>
                    <a:pt x="97777" y="31111"/>
                  </a:cubicBezTo>
                  <a:cubicBezTo>
                    <a:pt x="102222" y="31111"/>
                    <a:pt x="97777" y="31111"/>
                    <a:pt x="97777" y="35555"/>
                  </a:cubicBezTo>
                  <a:cubicBezTo>
                    <a:pt x="97777" y="35555"/>
                    <a:pt x="97777" y="35555"/>
                    <a:pt x="97777" y="40000"/>
                  </a:cubicBezTo>
                  <a:cubicBezTo>
                    <a:pt x="93333" y="40000"/>
                    <a:pt x="93333" y="40000"/>
                    <a:pt x="93333" y="40000"/>
                  </a:cubicBezTo>
                  <a:cubicBezTo>
                    <a:pt x="93333" y="44444"/>
                    <a:pt x="93333" y="44444"/>
                    <a:pt x="93333" y="44444"/>
                  </a:cubicBezTo>
                  <a:cubicBezTo>
                    <a:pt x="93333" y="44444"/>
                    <a:pt x="93333" y="44444"/>
                    <a:pt x="93333" y="44444"/>
                  </a:cubicBezTo>
                  <a:cubicBezTo>
                    <a:pt x="93333" y="44444"/>
                    <a:pt x="93333" y="44444"/>
                    <a:pt x="93333" y="44444"/>
                  </a:cubicBezTo>
                  <a:cubicBezTo>
                    <a:pt x="93333" y="48888"/>
                    <a:pt x="93333" y="48888"/>
                    <a:pt x="93333" y="48888"/>
                  </a:cubicBezTo>
                  <a:cubicBezTo>
                    <a:pt x="97777" y="48888"/>
                    <a:pt x="97777" y="48888"/>
                    <a:pt x="97777" y="48888"/>
                  </a:cubicBezTo>
                  <a:cubicBezTo>
                    <a:pt x="97777" y="48888"/>
                    <a:pt x="97777" y="48888"/>
                    <a:pt x="97777" y="48888"/>
                  </a:cubicBezTo>
                  <a:cubicBezTo>
                    <a:pt x="97777" y="48888"/>
                    <a:pt x="97777" y="48888"/>
                    <a:pt x="97777" y="53333"/>
                  </a:cubicBezTo>
                  <a:cubicBezTo>
                    <a:pt x="97777" y="53333"/>
                    <a:pt x="97777" y="53333"/>
                    <a:pt x="97777" y="53333"/>
                  </a:cubicBezTo>
                  <a:cubicBezTo>
                    <a:pt x="97777" y="53333"/>
                    <a:pt x="97777" y="53333"/>
                    <a:pt x="97777" y="53333"/>
                  </a:cubicBezTo>
                  <a:cubicBezTo>
                    <a:pt x="97777" y="53333"/>
                    <a:pt x="97777" y="53333"/>
                    <a:pt x="97777" y="57777"/>
                  </a:cubicBezTo>
                  <a:cubicBezTo>
                    <a:pt x="97777" y="57777"/>
                    <a:pt x="97777" y="57777"/>
                    <a:pt x="97777" y="57777"/>
                  </a:cubicBezTo>
                  <a:cubicBezTo>
                    <a:pt x="97777" y="57777"/>
                    <a:pt x="97777" y="57777"/>
                    <a:pt x="97777" y="57777"/>
                  </a:cubicBezTo>
                  <a:cubicBezTo>
                    <a:pt x="97777" y="57777"/>
                    <a:pt x="97777" y="57777"/>
                    <a:pt x="102222" y="57777"/>
                  </a:cubicBezTo>
                  <a:cubicBezTo>
                    <a:pt x="102222" y="57777"/>
                    <a:pt x="106666" y="57777"/>
                    <a:pt x="106666" y="57777"/>
                  </a:cubicBezTo>
                  <a:cubicBezTo>
                    <a:pt x="106666" y="62222"/>
                    <a:pt x="106666" y="62222"/>
                    <a:pt x="106666" y="62222"/>
                  </a:cubicBezTo>
                  <a:cubicBezTo>
                    <a:pt x="106666" y="62222"/>
                    <a:pt x="106666" y="62222"/>
                    <a:pt x="106666" y="62222"/>
                  </a:cubicBezTo>
                  <a:cubicBezTo>
                    <a:pt x="106666" y="62222"/>
                    <a:pt x="111111" y="62222"/>
                    <a:pt x="111111" y="62222"/>
                  </a:cubicBezTo>
                  <a:cubicBezTo>
                    <a:pt x="111111" y="62222"/>
                    <a:pt x="111111" y="62222"/>
                    <a:pt x="111111" y="62222"/>
                  </a:cubicBezTo>
                  <a:cubicBezTo>
                    <a:pt x="111111" y="62222"/>
                    <a:pt x="111111" y="62222"/>
                    <a:pt x="111111" y="62222"/>
                  </a:cubicBezTo>
                  <a:cubicBezTo>
                    <a:pt x="111111" y="66666"/>
                    <a:pt x="111111" y="66666"/>
                    <a:pt x="111111" y="66666"/>
                  </a:cubicBezTo>
                  <a:cubicBezTo>
                    <a:pt x="111111" y="66666"/>
                    <a:pt x="111111" y="66666"/>
                    <a:pt x="111111" y="66666"/>
                  </a:cubicBezTo>
                  <a:cubicBezTo>
                    <a:pt x="111111" y="71111"/>
                    <a:pt x="111111" y="71111"/>
                    <a:pt x="111111" y="71111"/>
                  </a:cubicBezTo>
                  <a:cubicBezTo>
                    <a:pt x="111111" y="71111"/>
                    <a:pt x="111111" y="71111"/>
                    <a:pt x="111111" y="71111"/>
                  </a:cubicBezTo>
                  <a:cubicBezTo>
                    <a:pt x="111111" y="71111"/>
                    <a:pt x="106666" y="71111"/>
                    <a:pt x="106666" y="71111"/>
                  </a:cubicBezTo>
                  <a:cubicBezTo>
                    <a:pt x="106666" y="75555"/>
                    <a:pt x="106666" y="75555"/>
                    <a:pt x="106666" y="75555"/>
                  </a:cubicBezTo>
                  <a:cubicBezTo>
                    <a:pt x="106666" y="75555"/>
                    <a:pt x="106666" y="75555"/>
                    <a:pt x="106666" y="75555"/>
                  </a:cubicBezTo>
                  <a:cubicBezTo>
                    <a:pt x="106666" y="75555"/>
                    <a:pt x="106666" y="75555"/>
                    <a:pt x="106666" y="75555"/>
                  </a:cubicBezTo>
                  <a:cubicBezTo>
                    <a:pt x="106666" y="75555"/>
                    <a:pt x="102222" y="75555"/>
                    <a:pt x="102222" y="75555"/>
                  </a:cubicBezTo>
                  <a:cubicBezTo>
                    <a:pt x="97777" y="75555"/>
                    <a:pt x="97777" y="75555"/>
                    <a:pt x="97777" y="75555"/>
                  </a:cubicBezTo>
                  <a:cubicBezTo>
                    <a:pt x="93333" y="75555"/>
                    <a:pt x="93333" y="75555"/>
                    <a:pt x="93333" y="75555"/>
                  </a:cubicBezTo>
                  <a:cubicBezTo>
                    <a:pt x="93333" y="75555"/>
                    <a:pt x="93333" y="75555"/>
                    <a:pt x="93333" y="80000"/>
                  </a:cubicBezTo>
                  <a:cubicBezTo>
                    <a:pt x="93333" y="80000"/>
                    <a:pt x="93333" y="80000"/>
                    <a:pt x="93333" y="80000"/>
                  </a:cubicBezTo>
                  <a:cubicBezTo>
                    <a:pt x="93333" y="80000"/>
                    <a:pt x="93333" y="80000"/>
                    <a:pt x="93333" y="80000"/>
                  </a:cubicBezTo>
                  <a:cubicBezTo>
                    <a:pt x="93333" y="80000"/>
                    <a:pt x="93333" y="80000"/>
                    <a:pt x="93333" y="84444"/>
                  </a:cubicBezTo>
                  <a:cubicBezTo>
                    <a:pt x="93333" y="84444"/>
                    <a:pt x="93333" y="84444"/>
                    <a:pt x="93333" y="84444"/>
                  </a:cubicBezTo>
                  <a:cubicBezTo>
                    <a:pt x="93333" y="84444"/>
                    <a:pt x="88888" y="84444"/>
                    <a:pt x="88888" y="84444"/>
                  </a:cubicBezTo>
                  <a:cubicBezTo>
                    <a:pt x="88888" y="84444"/>
                    <a:pt x="88888" y="84444"/>
                    <a:pt x="88888" y="84444"/>
                  </a:cubicBezTo>
                  <a:cubicBezTo>
                    <a:pt x="88888" y="88888"/>
                    <a:pt x="88888" y="88888"/>
                    <a:pt x="88888" y="88888"/>
                  </a:cubicBezTo>
                  <a:cubicBezTo>
                    <a:pt x="88888" y="88888"/>
                    <a:pt x="88888" y="88888"/>
                    <a:pt x="88888" y="88888"/>
                  </a:cubicBezTo>
                  <a:cubicBezTo>
                    <a:pt x="88888" y="88888"/>
                    <a:pt x="88888" y="93333"/>
                    <a:pt x="88888" y="93333"/>
                  </a:cubicBezTo>
                  <a:cubicBezTo>
                    <a:pt x="88888" y="93333"/>
                    <a:pt x="88888" y="97777"/>
                    <a:pt x="88888" y="97777"/>
                  </a:cubicBezTo>
                  <a:cubicBezTo>
                    <a:pt x="88888" y="97777"/>
                    <a:pt x="88888" y="97777"/>
                    <a:pt x="88888" y="97777"/>
                  </a:cubicBezTo>
                  <a:cubicBezTo>
                    <a:pt x="88888" y="102222"/>
                    <a:pt x="93333" y="102222"/>
                    <a:pt x="88888" y="102222"/>
                  </a:cubicBezTo>
                  <a:cubicBezTo>
                    <a:pt x="88888" y="102222"/>
                    <a:pt x="88888" y="102222"/>
                    <a:pt x="88888" y="102222"/>
                  </a:cubicBezTo>
                  <a:cubicBezTo>
                    <a:pt x="88888" y="102222"/>
                    <a:pt x="88888" y="102222"/>
                    <a:pt x="88888" y="102222"/>
                  </a:cubicBezTo>
                  <a:cubicBezTo>
                    <a:pt x="88888" y="102222"/>
                    <a:pt x="84444" y="106666"/>
                    <a:pt x="84444" y="106666"/>
                  </a:cubicBezTo>
                  <a:cubicBezTo>
                    <a:pt x="84444" y="106666"/>
                    <a:pt x="84444" y="106666"/>
                    <a:pt x="80000" y="106666"/>
                  </a:cubicBezTo>
                  <a:cubicBezTo>
                    <a:pt x="80000" y="106666"/>
                    <a:pt x="80000" y="106666"/>
                    <a:pt x="80000" y="106666"/>
                  </a:cubicBezTo>
                  <a:cubicBezTo>
                    <a:pt x="80000" y="106666"/>
                    <a:pt x="80000" y="106666"/>
                    <a:pt x="80000" y="106666"/>
                  </a:cubicBezTo>
                  <a:cubicBezTo>
                    <a:pt x="80000" y="106666"/>
                    <a:pt x="75555" y="106666"/>
                    <a:pt x="75555" y="106666"/>
                  </a:cubicBezTo>
                  <a:cubicBezTo>
                    <a:pt x="75555" y="106666"/>
                    <a:pt x="75555" y="106666"/>
                    <a:pt x="71111" y="102222"/>
                  </a:cubicBezTo>
                  <a:cubicBezTo>
                    <a:pt x="71111" y="102222"/>
                    <a:pt x="71111" y="97777"/>
                    <a:pt x="71111" y="97777"/>
                  </a:cubicBezTo>
                  <a:cubicBezTo>
                    <a:pt x="71111" y="97777"/>
                    <a:pt x="71111" y="97777"/>
                    <a:pt x="66666" y="97777"/>
                  </a:cubicBezTo>
                  <a:cubicBezTo>
                    <a:pt x="66666" y="97777"/>
                    <a:pt x="66666" y="97777"/>
                    <a:pt x="66666" y="102222"/>
                  </a:cubicBezTo>
                  <a:cubicBezTo>
                    <a:pt x="66666" y="102222"/>
                    <a:pt x="62222" y="102222"/>
                    <a:pt x="62222" y="102222"/>
                  </a:cubicBezTo>
                  <a:cubicBezTo>
                    <a:pt x="62222" y="102222"/>
                    <a:pt x="62222" y="102222"/>
                    <a:pt x="62222" y="102222"/>
                  </a:cubicBezTo>
                  <a:cubicBezTo>
                    <a:pt x="62222" y="102222"/>
                    <a:pt x="62222" y="102222"/>
                    <a:pt x="62222" y="102222"/>
                  </a:cubicBezTo>
                  <a:cubicBezTo>
                    <a:pt x="62222" y="102222"/>
                    <a:pt x="57777" y="102222"/>
                    <a:pt x="57777" y="102222"/>
                  </a:cubicBezTo>
                  <a:cubicBezTo>
                    <a:pt x="57777" y="102222"/>
                    <a:pt x="57777" y="102222"/>
                    <a:pt x="57777" y="102222"/>
                  </a:cubicBezTo>
                  <a:cubicBezTo>
                    <a:pt x="57777" y="102222"/>
                    <a:pt x="53333" y="102222"/>
                    <a:pt x="53333" y="102222"/>
                  </a:cubicBezTo>
                  <a:cubicBezTo>
                    <a:pt x="53333" y="102222"/>
                    <a:pt x="53333" y="102222"/>
                    <a:pt x="53333" y="106666"/>
                  </a:cubicBezTo>
                  <a:cubicBezTo>
                    <a:pt x="53333" y="106666"/>
                    <a:pt x="53333" y="106666"/>
                    <a:pt x="48888" y="106666"/>
                  </a:cubicBezTo>
                  <a:cubicBezTo>
                    <a:pt x="48888" y="111111"/>
                    <a:pt x="48888" y="111111"/>
                    <a:pt x="48888" y="111111"/>
                  </a:cubicBezTo>
                  <a:cubicBezTo>
                    <a:pt x="48888" y="111111"/>
                    <a:pt x="48888" y="111111"/>
                    <a:pt x="48888" y="111111"/>
                  </a:cubicBezTo>
                  <a:cubicBezTo>
                    <a:pt x="48888" y="111111"/>
                    <a:pt x="48888" y="111111"/>
                    <a:pt x="48888" y="111111"/>
                  </a:cubicBezTo>
                  <a:cubicBezTo>
                    <a:pt x="44444" y="111111"/>
                    <a:pt x="44444" y="111111"/>
                    <a:pt x="44444" y="111111"/>
                  </a:cubicBezTo>
                  <a:cubicBezTo>
                    <a:pt x="44444" y="111111"/>
                    <a:pt x="44444" y="111111"/>
                    <a:pt x="40000" y="111111"/>
                  </a:cubicBezTo>
                  <a:cubicBezTo>
                    <a:pt x="40000" y="111111"/>
                    <a:pt x="40000" y="106666"/>
                    <a:pt x="35555" y="106666"/>
                  </a:cubicBezTo>
                  <a:cubicBezTo>
                    <a:pt x="35555" y="106666"/>
                    <a:pt x="35555" y="106666"/>
                    <a:pt x="35555" y="106666"/>
                  </a:cubicBezTo>
                  <a:cubicBezTo>
                    <a:pt x="35555" y="106666"/>
                    <a:pt x="35555" y="106666"/>
                    <a:pt x="35555" y="106666"/>
                  </a:cubicBezTo>
                  <a:cubicBezTo>
                    <a:pt x="35555" y="106666"/>
                    <a:pt x="35555" y="106666"/>
                    <a:pt x="35555" y="102222"/>
                  </a:cubicBezTo>
                  <a:cubicBezTo>
                    <a:pt x="35555" y="102222"/>
                    <a:pt x="35555" y="102222"/>
                    <a:pt x="35555" y="97777"/>
                  </a:cubicBezTo>
                  <a:cubicBezTo>
                    <a:pt x="35555" y="97777"/>
                    <a:pt x="35555" y="93333"/>
                    <a:pt x="35555" y="93333"/>
                  </a:cubicBezTo>
                  <a:cubicBezTo>
                    <a:pt x="35555" y="93333"/>
                    <a:pt x="35555" y="93333"/>
                    <a:pt x="35555" y="93333"/>
                  </a:cubicBezTo>
                  <a:cubicBezTo>
                    <a:pt x="35555" y="93333"/>
                    <a:pt x="35555" y="93333"/>
                    <a:pt x="35555" y="93333"/>
                  </a:cubicBezTo>
                  <a:cubicBezTo>
                    <a:pt x="35555" y="93333"/>
                    <a:pt x="35555" y="93333"/>
                    <a:pt x="35555" y="93333"/>
                  </a:cubicBezTo>
                  <a:cubicBezTo>
                    <a:pt x="31111" y="88888"/>
                    <a:pt x="31111" y="88888"/>
                    <a:pt x="31111" y="88888"/>
                  </a:cubicBezTo>
                  <a:cubicBezTo>
                    <a:pt x="31111" y="88888"/>
                    <a:pt x="31111" y="88888"/>
                    <a:pt x="31111" y="88888"/>
                  </a:cubicBezTo>
                  <a:cubicBezTo>
                    <a:pt x="31111" y="88888"/>
                    <a:pt x="31111" y="88888"/>
                    <a:pt x="31111" y="88888"/>
                  </a:cubicBezTo>
                  <a:cubicBezTo>
                    <a:pt x="31111" y="88888"/>
                    <a:pt x="31111" y="88888"/>
                    <a:pt x="31111" y="88888"/>
                  </a:cubicBezTo>
                  <a:cubicBezTo>
                    <a:pt x="31111" y="88888"/>
                    <a:pt x="31111" y="88888"/>
                    <a:pt x="26666" y="84444"/>
                  </a:cubicBezTo>
                  <a:cubicBezTo>
                    <a:pt x="26666" y="84444"/>
                    <a:pt x="26666" y="84444"/>
                    <a:pt x="26666" y="84444"/>
                  </a:cubicBezTo>
                  <a:cubicBezTo>
                    <a:pt x="26666" y="84444"/>
                    <a:pt x="26666" y="84444"/>
                    <a:pt x="26666" y="84444"/>
                  </a:cubicBezTo>
                  <a:cubicBezTo>
                    <a:pt x="26666" y="84444"/>
                    <a:pt x="26666" y="84444"/>
                    <a:pt x="26666" y="84444"/>
                  </a:cubicBezTo>
                  <a:cubicBezTo>
                    <a:pt x="26666" y="84444"/>
                    <a:pt x="26666" y="84444"/>
                    <a:pt x="26666" y="84444"/>
                  </a:cubicBezTo>
                  <a:cubicBezTo>
                    <a:pt x="22222" y="84444"/>
                    <a:pt x="22222" y="84444"/>
                    <a:pt x="22222" y="84444"/>
                  </a:cubicBezTo>
                  <a:cubicBezTo>
                    <a:pt x="17777" y="84444"/>
                    <a:pt x="17777" y="84444"/>
                    <a:pt x="17777" y="84444"/>
                  </a:cubicBezTo>
                  <a:cubicBezTo>
                    <a:pt x="13333" y="84444"/>
                    <a:pt x="13333" y="84444"/>
                    <a:pt x="13333" y="84444"/>
                  </a:cubicBezTo>
                  <a:cubicBezTo>
                    <a:pt x="13333" y="84444"/>
                    <a:pt x="13333" y="84444"/>
                    <a:pt x="13333" y="84444"/>
                  </a:cubicBezTo>
                  <a:cubicBezTo>
                    <a:pt x="13333" y="84444"/>
                    <a:pt x="13333" y="84444"/>
                    <a:pt x="13333" y="84444"/>
                  </a:cubicBezTo>
                  <a:cubicBezTo>
                    <a:pt x="13333" y="84444"/>
                    <a:pt x="13333" y="84444"/>
                    <a:pt x="13333" y="80000"/>
                  </a:cubicBezTo>
                  <a:cubicBezTo>
                    <a:pt x="13333" y="80000"/>
                    <a:pt x="13333" y="80000"/>
                    <a:pt x="13333" y="80000"/>
                  </a:cubicBezTo>
                  <a:cubicBezTo>
                    <a:pt x="8888" y="80000"/>
                    <a:pt x="8888" y="80000"/>
                    <a:pt x="8888" y="80000"/>
                  </a:cubicBezTo>
                  <a:cubicBezTo>
                    <a:pt x="8888" y="75555"/>
                    <a:pt x="8888" y="75555"/>
                    <a:pt x="8888" y="75555"/>
                  </a:cubicBezTo>
                  <a:cubicBezTo>
                    <a:pt x="8888" y="71111"/>
                    <a:pt x="8888" y="71111"/>
                    <a:pt x="8888" y="71111"/>
                  </a:cubicBezTo>
                  <a:cubicBezTo>
                    <a:pt x="8888" y="71111"/>
                    <a:pt x="8888" y="71111"/>
                    <a:pt x="13333" y="71111"/>
                  </a:cubicBezTo>
                  <a:cubicBezTo>
                    <a:pt x="13333" y="71111"/>
                    <a:pt x="13333" y="66666"/>
                    <a:pt x="17777" y="66666"/>
                  </a:cubicBezTo>
                  <a:cubicBezTo>
                    <a:pt x="17777" y="66666"/>
                    <a:pt x="22222" y="62222"/>
                    <a:pt x="22222" y="62222"/>
                  </a:cubicBezTo>
                  <a:cubicBezTo>
                    <a:pt x="22222" y="62222"/>
                    <a:pt x="22222" y="62222"/>
                    <a:pt x="22222" y="62222"/>
                  </a:cubicBezTo>
                  <a:cubicBezTo>
                    <a:pt x="22222" y="62222"/>
                    <a:pt x="22222" y="62222"/>
                    <a:pt x="22222" y="62222"/>
                  </a:cubicBezTo>
                  <a:cubicBezTo>
                    <a:pt x="22222" y="62222"/>
                    <a:pt x="22222" y="62222"/>
                    <a:pt x="22222" y="62222"/>
                  </a:cubicBezTo>
                  <a:cubicBezTo>
                    <a:pt x="22222" y="62222"/>
                    <a:pt x="22222" y="62222"/>
                    <a:pt x="22222" y="57777"/>
                  </a:cubicBezTo>
                  <a:cubicBezTo>
                    <a:pt x="22222" y="57777"/>
                    <a:pt x="22222" y="57777"/>
                    <a:pt x="22222" y="57777"/>
                  </a:cubicBezTo>
                  <a:cubicBezTo>
                    <a:pt x="22222" y="57777"/>
                    <a:pt x="22222" y="57777"/>
                    <a:pt x="22222" y="57777"/>
                  </a:cubicBezTo>
                  <a:cubicBezTo>
                    <a:pt x="22222" y="57777"/>
                    <a:pt x="22222" y="57777"/>
                    <a:pt x="22222" y="57777"/>
                  </a:cubicBezTo>
                  <a:cubicBezTo>
                    <a:pt x="22222" y="57777"/>
                    <a:pt x="22222" y="57777"/>
                    <a:pt x="22222" y="57777"/>
                  </a:cubicBezTo>
                  <a:cubicBezTo>
                    <a:pt x="22222" y="57777"/>
                    <a:pt x="22222" y="57777"/>
                    <a:pt x="22222" y="53333"/>
                  </a:cubicBezTo>
                  <a:cubicBezTo>
                    <a:pt x="22222" y="53333"/>
                    <a:pt x="22222" y="53333"/>
                    <a:pt x="22222" y="53333"/>
                  </a:cubicBezTo>
                  <a:cubicBezTo>
                    <a:pt x="22222" y="53333"/>
                    <a:pt x="22222" y="53333"/>
                    <a:pt x="22222" y="48888"/>
                  </a:cubicBezTo>
                  <a:cubicBezTo>
                    <a:pt x="22222" y="48888"/>
                    <a:pt x="22222" y="48888"/>
                    <a:pt x="22222" y="48888"/>
                  </a:cubicBezTo>
                  <a:cubicBezTo>
                    <a:pt x="22222" y="48888"/>
                    <a:pt x="22222" y="48888"/>
                    <a:pt x="22222" y="48888"/>
                  </a:cubicBezTo>
                  <a:cubicBezTo>
                    <a:pt x="22222" y="48888"/>
                    <a:pt x="17777" y="48888"/>
                    <a:pt x="17777" y="44444"/>
                  </a:cubicBezTo>
                  <a:cubicBezTo>
                    <a:pt x="17777" y="44444"/>
                    <a:pt x="13333" y="44444"/>
                    <a:pt x="13333" y="44444"/>
                  </a:cubicBezTo>
                  <a:cubicBezTo>
                    <a:pt x="13333" y="40000"/>
                    <a:pt x="13333" y="40000"/>
                    <a:pt x="13333" y="40000"/>
                  </a:cubicBezTo>
                  <a:cubicBezTo>
                    <a:pt x="13333" y="40000"/>
                    <a:pt x="13333" y="40000"/>
                    <a:pt x="13333" y="40000"/>
                  </a:cubicBezTo>
                  <a:cubicBezTo>
                    <a:pt x="13333" y="35555"/>
                    <a:pt x="13333" y="35555"/>
                    <a:pt x="13333" y="35555"/>
                  </a:cubicBezTo>
                  <a:cubicBezTo>
                    <a:pt x="13333" y="35555"/>
                    <a:pt x="17777" y="35555"/>
                    <a:pt x="17777" y="35555"/>
                  </a:cubicBezTo>
                  <a:cubicBezTo>
                    <a:pt x="17777" y="35555"/>
                    <a:pt x="17777" y="31111"/>
                    <a:pt x="17777" y="31111"/>
                  </a:cubicBezTo>
                  <a:cubicBezTo>
                    <a:pt x="17777" y="31111"/>
                    <a:pt x="17777" y="31111"/>
                    <a:pt x="17777" y="31111"/>
                  </a:cubicBezTo>
                  <a:cubicBezTo>
                    <a:pt x="17777" y="31111"/>
                    <a:pt x="22222" y="31111"/>
                    <a:pt x="22222" y="31111"/>
                  </a:cubicBezTo>
                  <a:cubicBezTo>
                    <a:pt x="22222" y="26666"/>
                    <a:pt x="22222" y="26666"/>
                    <a:pt x="22222" y="31111"/>
                  </a:cubicBezTo>
                  <a:cubicBezTo>
                    <a:pt x="22222" y="31111"/>
                    <a:pt x="26666" y="31111"/>
                    <a:pt x="26666" y="31111"/>
                  </a:cubicBezTo>
                  <a:cubicBezTo>
                    <a:pt x="31111" y="31111"/>
                    <a:pt x="31111" y="31111"/>
                    <a:pt x="31111" y="31111"/>
                  </a:cubicBezTo>
                  <a:cubicBezTo>
                    <a:pt x="31111" y="31111"/>
                    <a:pt x="31111" y="31111"/>
                    <a:pt x="31111" y="31111"/>
                  </a:cubicBezTo>
                  <a:cubicBezTo>
                    <a:pt x="31111" y="31111"/>
                    <a:pt x="35555" y="31111"/>
                    <a:pt x="35555" y="31111"/>
                  </a:cubicBezTo>
                  <a:cubicBezTo>
                    <a:pt x="35555" y="31111"/>
                    <a:pt x="40000" y="26666"/>
                    <a:pt x="40000" y="26666"/>
                  </a:cubicBezTo>
                  <a:cubicBezTo>
                    <a:pt x="40000" y="26666"/>
                    <a:pt x="40000" y="26666"/>
                    <a:pt x="44444" y="26666"/>
                  </a:cubicBezTo>
                  <a:cubicBezTo>
                    <a:pt x="44444" y="26666"/>
                    <a:pt x="44444" y="26666"/>
                    <a:pt x="44444" y="26666"/>
                  </a:cubicBezTo>
                  <a:cubicBezTo>
                    <a:pt x="44444" y="26666"/>
                    <a:pt x="44444" y="26666"/>
                    <a:pt x="44444" y="26666"/>
                  </a:cubicBezTo>
                  <a:cubicBezTo>
                    <a:pt x="44444" y="26666"/>
                    <a:pt x="44444" y="26666"/>
                    <a:pt x="44444" y="22222"/>
                  </a:cubicBezTo>
                  <a:cubicBezTo>
                    <a:pt x="44444" y="22222"/>
                    <a:pt x="44444" y="22222"/>
                    <a:pt x="44444" y="22222"/>
                  </a:cubicBezTo>
                  <a:cubicBezTo>
                    <a:pt x="44444" y="17777"/>
                    <a:pt x="48888" y="13333"/>
                    <a:pt x="48888" y="13333"/>
                  </a:cubicBezTo>
                  <a:cubicBezTo>
                    <a:pt x="48888" y="13333"/>
                    <a:pt x="48888" y="13333"/>
                    <a:pt x="48888" y="13333"/>
                  </a:cubicBezTo>
                  <a:cubicBezTo>
                    <a:pt x="48888" y="13333"/>
                    <a:pt x="48888" y="13333"/>
                    <a:pt x="48888" y="13333"/>
                  </a:cubicBezTo>
                  <a:cubicBezTo>
                    <a:pt x="48888" y="13333"/>
                    <a:pt x="53333" y="13333"/>
                    <a:pt x="53333" y="13333"/>
                  </a:cubicBezTo>
                  <a:cubicBezTo>
                    <a:pt x="53333" y="13333"/>
                    <a:pt x="53333" y="13333"/>
                    <a:pt x="53333" y="13333"/>
                  </a:cubicBezTo>
                  <a:cubicBezTo>
                    <a:pt x="53333" y="13333"/>
                    <a:pt x="57777" y="13333"/>
                    <a:pt x="57777" y="8888"/>
                  </a:cubicBezTo>
                  <a:cubicBezTo>
                    <a:pt x="57777" y="8888"/>
                    <a:pt x="57777" y="8888"/>
                    <a:pt x="57777" y="8888"/>
                  </a:cubicBezTo>
                  <a:cubicBezTo>
                    <a:pt x="57777" y="8888"/>
                    <a:pt x="62222" y="8888"/>
                    <a:pt x="62222" y="8888"/>
                  </a:cubicBezTo>
                  <a:cubicBezTo>
                    <a:pt x="62222" y="8888"/>
                    <a:pt x="62222" y="13333"/>
                    <a:pt x="62222" y="13333"/>
                  </a:cubicBezTo>
                  <a:cubicBezTo>
                    <a:pt x="62222" y="13333"/>
                    <a:pt x="62222" y="13333"/>
                    <a:pt x="62222" y="13333"/>
                  </a:cubicBezTo>
                  <a:cubicBezTo>
                    <a:pt x="62222" y="13333"/>
                    <a:pt x="62222" y="17777"/>
                    <a:pt x="62222" y="17777"/>
                  </a:cubicBezTo>
                  <a:cubicBezTo>
                    <a:pt x="62222" y="17777"/>
                    <a:pt x="66666" y="22222"/>
                    <a:pt x="66666" y="22222"/>
                  </a:cubicBezTo>
                  <a:cubicBezTo>
                    <a:pt x="66666" y="22222"/>
                    <a:pt x="66666" y="22222"/>
                    <a:pt x="66666" y="22222"/>
                  </a:cubicBezTo>
                  <a:cubicBezTo>
                    <a:pt x="66666" y="22222"/>
                    <a:pt x="66666" y="22222"/>
                    <a:pt x="66666" y="22222"/>
                  </a:cubicBezTo>
                  <a:cubicBezTo>
                    <a:pt x="66666" y="22222"/>
                    <a:pt x="66666" y="22222"/>
                    <a:pt x="71111" y="26666"/>
                  </a:cubicBezTo>
                  <a:cubicBezTo>
                    <a:pt x="71111" y="26666"/>
                    <a:pt x="71111" y="26666"/>
                    <a:pt x="71111" y="26666"/>
                  </a:cubicBezTo>
                  <a:cubicBezTo>
                    <a:pt x="71111" y="26666"/>
                    <a:pt x="71111" y="26666"/>
                    <a:pt x="71111" y="26666"/>
                  </a:cubicBezTo>
                  <a:cubicBezTo>
                    <a:pt x="71111" y="26666"/>
                    <a:pt x="71111" y="26666"/>
                    <a:pt x="71111" y="26666"/>
                  </a:cubicBezTo>
                  <a:cubicBezTo>
                    <a:pt x="71111" y="26666"/>
                    <a:pt x="71111" y="26666"/>
                    <a:pt x="75555" y="26666"/>
                  </a:cubicBezTo>
                  <a:cubicBezTo>
                    <a:pt x="75555" y="26666"/>
                    <a:pt x="75555" y="26666"/>
                    <a:pt x="75555" y="26666"/>
                  </a:cubicBezTo>
                  <a:cubicBezTo>
                    <a:pt x="75555" y="26666"/>
                    <a:pt x="75555" y="26666"/>
                    <a:pt x="80000" y="26666"/>
                  </a:cubicBezTo>
                  <a:cubicBezTo>
                    <a:pt x="80000" y="26666"/>
                    <a:pt x="80000" y="26666"/>
                    <a:pt x="80000" y="26666"/>
                  </a:cubicBezTo>
                  <a:cubicBezTo>
                    <a:pt x="80000" y="26666"/>
                    <a:pt x="80000" y="26666"/>
                    <a:pt x="80000" y="26666"/>
                  </a:cubicBezTo>
                  <a:cubicBezTo>
                    <a:pt x="80000" y="26666"/>
                    <a:pt x="80000" y="26666"/>
                    <a:pt x="80000" y="26666"/>
                  </a:cubicBezTo>
                  <a:cubicBezTo>
                    <a:pt x="80000" y="26666"/>
                    <a:pt x="80000" y="26666"/>
                    <a:pt x="84444" y="26666"/>
                  </a:cubicBezTo>
                  <a:cubicBezTo>
                    <a:pt x="84444" y="26666"/>
                    <a:pt x="84444" y="26666"/>
                    <a:pt x="84444" y="22222"/>
                  </a:cubicBezTo>
                  <a:cubicBezTo>
                    <a:pt x="88888" y="22222"/>
                    <a:pt x="88888" y="22222"/>
                    <a:pt x="88888" y="22222"/>
                  </a:cubicBezTo>
                  <a:cubicBezTo>
                    <a:pt x="88888" y="22222"/>
                    <a:pt x="88888" y="22222"/>
                    <a:pt x="88888" y="22222"/>
                  </a:cubicBezTo>
                  <a:moveTo>
                    <a:pt x="44444" y="84444"/>
                  </a:moveTo>
                  <a:cubicBezTo>
                    <a:pt x="44444" y="84444"/>
                    <a:pt x="48888" y="84444"/>
                    <a:pt x="48888" y="88888"/>
                  </a:cubicBezTo>
                  <a:cubicBezTo>
                    <a:pt x="53333" y="88888"/>
                    <a:pt x="53333" y="88888"/>
                    <a:pt x="57777" y="88888"/>
                  </a:cubicBezTo>
                  <a:cubicBezTo>
                    <a:pt x="57777" y="88888"/>
                    <a:pt x="57777" y="88888"/>
                    <a:pt x="62222" y="88888"/>
                  </a:cubicBezTo>
                  <a:cubicBezTo>
                    <a:pt x="62222" y="88888"/>
                    <a:pt x="62222" y="88888"/>
                    <a:pt x="62222" y="88888"/>
                  </a:cubicBezTo>
                  <a:cubicBezTo>
                    <a:pt x="62222" y="88888"/>
                    <a:pt x="62222" y="88888"/>
                    <a:pt x="62222" y="88888"/>
                  </a:cubicBezTo>
                  <a:cubicBezTo>
                    <a:pt x="62222" y="88888"/>
                    <a:pt x="62222" y="88888"/>
                    <a:pt x="66666" y="88888"/>
                  </a:cubicBezTo>
                  <a:cubicBezTo>
                    <a:pt x="66666" y="88888"/>
                    <a:pt x="71111" y="84444"/>
                    <a:pt x="71111" y="84444"/>
                  </a:cubicBezTo>
                  <a:cubicBezTo>
                    <a:pt x="75555" y="84444"/>
                    <a:pt x="75555" y="80000"/>
                    <a:pt x="80000" y="80000"/>
                  </a:cubicBezTo>
                  <a:cubicBezTo>
                    <a:pt x="80000" y="80000"/>
                    <a:pt x="80000" y="80000"/>
                    <a:pt x="80000" y="75555"/>
                  </a:cubicBezTo>
                  <a:cubicBezTo>
                    <a:pt x="80000" y="75555"/>
                    <a:pt x="80000" y="75555"/>
                    <a:pt x="80000" y="75555"/>
                  </a:cubicBezTo>
                  <a:cubicBezTo>
                    <a:pt x="80000" y="75555"/>
                    <a:pt x="80000" y="75555"/>
                    <a:pt x="80000" y="75555"/>
                  </a:cubicBezTo>
                  <a:cubicBezTo>
                    <a:pt x="80000" y="75555"/>
                    <a:pt x="84444" y="75555"/>
                    <a:pt x="84444" y="75555"/>
                  </a:cubicBezTo>
                  <a:cubicBezTo>
                    <a:pt x="84444" y="71111"/>
                    <a:pt x="84444" y="66666"/>
                    <a:pt x="84444" y="66666"/>
                  </a:cubicBezTo>
                  <a:cubicBezTo>
                    <a:pt x="84444" y="62222"/>
                    <a:pt x="84444" y="57777"/>
                    <a:pt x="84444" y="57777"/>
                  </a:cubicBezTo>
                  <a:cubicBezTo>
                    <a:pt x="84444" y="57777"/>
                    <a:pt x="84444" y="57777"/>
                    <a:pt x="84444" y="57777"/>
                  </a:cubicBezTo>
                  <a:cubicBezTo>
                    <a:pt x="84444" y="57777"/>
                    <a:pt x="84444" y="53333"/>
                    <a:pt x="84444" y="53333"/>
                  </a:cubicBezTo>
                  <a:cubicBezTo>
                    <a:pt x="84444" y="53333"/>
                    <a:pt x="84444" y="53333"/>
                    <a:pt x="84444" y="53333"/>
                  </a:cubicBezTo>
                  <a:cubicBezTo>
                    <a:pt x="84444" y="53333"/>
                    <a:pt x="84444" y="53333"/>
                    <a:pt x="84444" y="53333"/>
                  </a:cubicBezTo>
                  <a:cubicBezTo>
                    <a:pt x="84444" y="53333"/>
                    <a:pt x="84444" y="53333"/>
                    <a:pt x="84444" y="53333"/>
                  </a:cubicBezTo>
                  <a:cubicBezTo>
                    <a:pt x="84444" y="53333"/>
                    <a:pt x="84444" y="53333"/>
                    <a:pt x="84444" y="53333"/>
                  </a:cubicBezTo>
                  <a:cubicBezTo>
                    <a:pt x="84444" y="53333"/>
                    <a:pt x="84444" y="53333"/>
                    <a:pt x="84444" y="53333"/>
                  </a:cubicBezTo>
                  <a:cubicBezTo>
                    <a:pt x="84444" y="53333"/>
                    <a:pt x="84444" y="48888"/>
                    <a:pt x="84444" y="48888"/>
                  </a:cubicBezTo>
                  <a:cubicBezTo>
                    <a:pt x="80000" y="48888"/>
                    <a:pt x="80000" y="44444"/>
                    <a:pt x="80000" y="44444"/>
                  </a:cubicBezTo>
                  <a:cubicBezTo>
                    <a:pt x="75555" y="40000"/>
                    <a:pt x="75555" y="40000"/>
                    <a:pt x="71111" y="40000"/>
                  </a:cubicBezTo>
                  <a:cubicBezTo>
                    <a:pt x="71111" y="40000"/>
                    <a:pt x="71111" y="40000"/>
                    <a:pt x="71111" y="40000"/>
                  </a:cubicBezTo>
                  <a:cubicBezTo>
                    <a:pt x="71111" y="40000"/>
                    <a:pt x="71111" y="40000"/>
                    <a:pt x="71111" y="40000"/>
                  </a:cubicBezTo>
                  <a:cubicBezTo>
                    <a:pt x="71111" y="40000"/>
                    <a:pt x="71111" y="35555"/>
                    <a:pt x="71111" y="35555"/>
                  </a:cubicBezTo>
                  <a:cubicBezTo>
                    <a:pt x="66666" y="35555"/>
                    <a:pt x="66666" y="35555"/>
                    <a:pt x="66666" y="35555"/>
                  </a:cubicBezTo>
                  <a:cubicBezTo>
                    <a:pt x="66666" y="35555"/>
                    <a:pt x="66666" y="35555"/>
                    <a:pt x="66666" y="35555"/>
                  </a:cubicBezTo>
                  <a:cubicBezTo>
                    <a:pt x="66666" y="35555"/>
                    <a:pt x="66666" y="35555"/>
                    <a:pt x="66666" y="35555"/>
                  </a:cubicBezTo>
                  <a:cubicBezTo>
                    <a:pt x="66666" y="35555"/>
                    <a:pt x="66666" y="35555"/>
                    <a:pt x="66666" y="35555"/>
                  </a:cubicBezTo>
                  <a:cubicBezTo>
                    <a:pt x="66666" y="35555"/>
                    <a:pt x="66666" y="35555"/>
                    <a:pt x="66666" y="35555"/>
                  </a:cubicBezTo>
                  <a:cubicBezTo>
                    <a:pt x="62222" y="35555"/>
                    <a:pt x="62222" y="35555"/>
                    <a:pt x="62222" y="35555"/>
                  </a:cubicBezTo>
                  <a:cubicBezTo>
                    <a:pt x="62222" y="35555"/>
                    <a:pt x="62222" y="35555"/>
                    <a:pt x="62222" y="35555"/>
                  </a:cubicBezTo>
                  <a:cubicBezTo>
                    <a:pt x="62222" y="35555"/>
                    <a:pt x="62222" y="35555"/>
                    <a:pt x="62222" y="35555"/>
                  </a:cubicBezTo>
                  <a:cubicBezTo>
                    <a:pt x="62222" y="35555"/>
                    <a:pt x="62222" y="35555"/>
                    <a:pt x="62222" y="35555"/>
                  </a:cubicBezTo>
                  <a:cubicBezTo>
                    <a:pt x="57777" y="35555"/>
                    <a:pt x="57777" y="35555"/>
                    <a:pt x="57777" y="35555"/>
                  </a:cubicBezTo>
                  <a:cubicBezTo>
                    <a:pt x="57777" y="35555"/>
                    <a:pt x="57777" y="35555"/>
                    <a:pt x="57777" y="35555"/>
                  </a:cubicBezTo>
                  <a:cubicBezTo>
                    <a:pt x="57777" y="35555"/>
                    <a:pt x="57777" y="35555"/>
                    <a:pt x="57777" y="35555"/>
                  </a:cubicBezTo>
                  <a:cubicBezTo>
                    <a:pt x="53333" y="35555"/>
                    <a:pt x="48888" y="35555"/>
                    <a:pt x="48888" y="35555"/>
                  </a:cubicBezTo>
                  <a:cubicBezTo>
                    <a:pt x="48888" y="40000"/>
                    <a:pt x="48888" y="40000"/>
                    <a:pt x="44444" y="40000"/>
                  </a:cubicBezTo>
                  <a:cubicBezTo>
                    <a:pt x="44444" y="40000"/>
                    <a:pt x="44444" y="40000"/>
                    <a:pt x="44444" y="40000"/>
                  </a:cubicBezTo>
                  <a:cubicBezTo>
                    <a:pt x="44444" y="40000"/>
                    <a:pt x="44444" y="40000"/>
                    <a:pt x="44444" y="40000"/>
                  </a:cubicBezTo>
                  <a:cubicBezTo>
                    <a:pt x="44444" y="40000"/>
                    <a:pt x="44444" y="40000"/>
                    <a:pt x="44444" y="40000"/>
                  </a:cubicBezTo>
                  <a:cubicBezTo>
                    <a:pt x="40000" y="44444"/>
                    <a:pt x="40000" y="44444"/>
                    <a:pt x="35555" y="48888"/>
                  </a:cubicBezTo>
                  <a:cubicBezTo>
                    <a:pt x="35555" y="48888"/>
                    <a:pt x="35555" y="48888"/>
                    <a:pt x="35555" y="48888"/>
                  </a:cubicBezTo>
                  <a:cubicBezTo>
                    <a:pt x="35555" y="48888"/>
                    <a:pt x="35555" y="48888"/>
                    <a:pt x="35555" y="48888"/>
                  </a:cubicBezTo>
                  <a:cubicBezTo>
                    <a:pt x="35555" y="48888"/>
                    <a:pt x="35555" y="48888"/>
                    <a:pt x="35555" y="48888"/>
                  </a:cubicBezTo>
                  <a:cubicBezTo>
                    <a:pt x="35555" y="48888"/>
                    <a:pt x="35555" y="48888"/>
                    <a:pt x="35555" y="48888"/>
                  </a:cubicBezTo>
                  <a:cubicBezTo>
                    <a:pt x="35555" y="48888"/>
                    <a:pt x="35555" y="48888"/>
                    <a:pt x="35555" y="53333"/>
                  </a:cubicBezTo>
                  <a:cubicBezTo>
                    <a:pt x="35555" y="53333"/>
                    <a:pt x="35555" y="53333"/>
                    <a:pt x="35555" y="53333"/>
                  </a:cubicBezTo>
                  <a:cubicBezTo>
                    <a:pt x="35555" y="53333"/>
                    <a:pt x="35555" y="53333"/>
                    <a:pt x="35555" y="53333"/>
                  </a:cubicBezTo>
                  <a:cubicBezTo>
                    <a:pt x="35555" y="53333"/>
                    <a:pt x="31111" y="53333"/>
                    <a:pt x="31111" y="53333"/>
                  </a:cubicBezTo>
                  <a:cubicBezTo>
                    <a:pt x="31111" y="57777"/>
                    <a:pt x="31111" y="57777"/>
                    <a:pt x="31111" y="57777"/>
                  </a:cubicBezTo>
                  <a:cubicBezTo>
                    <a:pt x="31111" y="57777"/>
                    <a:pt x="31111" y="57777"/>
                    <a:pt x="31111" y="57777"/>
                  </a:cubicBezTo>
                  <a:cubicBezTo>
                    <a:pt x="31111" y="57777"/>
                    <a:pt x="31111" y="57777"/>
                    <a:pt x="31111" y="57777"/>
                  </a:cubicBezTo>
                  <a:cubicBezTo>
                    <a:pt x="31111" y="57777"/>
                    <a:pt x="31111" y="57777"/>
                    <a:pt x="31111" y="57777"/>
                  </a:cubicBezTo>
                  <a:cubicBezTo>
                    <a:pt x="31111" y="57777"/>
                    <a:pt x="31111" y="62222"/>
                    <a:pt x="31111" y="62222"/>
                  </a:cubicBezTo>
                  <a:cubicBezTo>
                    <a:pt x="31111" y="62222"/>
                    <a:pt x="31111" y="62222"/>
                    <a:pt x="31111" y="62222"/>
                  </a:cubicBezTo>
                  <a:cubicBezTo>
                    <a:pt x="31111" y="62222"/>
                    <a:pt x="31111" y="66666"/>
                    <a:pt x="35555" y="71111"/>
                  </a:cubicBezTo>
                  <a:cubicBezTo>
                    <a:pt x="35555" y="71111"/>
                    <a:pt x="35555" y="75555"/>
                    <a:pt x="35555" y="75555"/>
                  </a:cubicBezTo>
                  <a:cubicBezTo>
                    <a:pt x="35555" y="80000"/>
                    <a:pt x="40000" y="80000"/>
                    <a:pt x="40000" y="80000"/>
                  </a:cubicBezTo>
                  <a:cubicBezTo>
                    <a:pt x="40000" y="80000"/>
                    <a:pt x="40000" y="80000"/>
                    <a:pt x="40000" y="80000"/>
                  </a:cubicBezTo>
                  <a:cubicBezTo>
                    <a:pt x="40000" y="80000"/>
                    <a:pt x="40000" y="80000"/>
                    <a:pt x="40000" y="80000"/>
                  </a:cubicBezTo>
                  <a:cubicBezTo>
                    <a:pt x="40000" y="80000"/>
                    <a:pt x="40000" y="80000"/>
                    <a:pt x="40000" y="80000"/>
                  </a:cubicBezTo>
                  <a:cubicBezTo>
                    <a:pt x="40000" y="80000"/>
                    <a:pt x="40000" y="80000"/>
                    <a:pt x="40000" y="80000"/>
                  </a:cubicBezTo>
                  <a:cubicBezTo>
                    <a:pt x="40000" y="80000"/>
                    <a:pt x="40000" y="80000"/>
                    <a:pt x="40000" y="80000"/>
                  </a:cubicBezTo>
                  <a:cubicBezTo>
                    <a:pt x="40000" y="80000"/>
                    <a:pt x="40000" y="80000"/>
                    <a:pt x="40000" y="80000"/>
                  </a:cubicBezTo>
                  <a:cubicBezTo>
                    <a:pt x="40000" y="80000"/>
                    <a:pt x="40000" y="84444"/>
                    <a:pt x="44444" y="84444"/>
                  </a:cubicBezTo>
                  <a:cubicBezTo>
                    <a:pt x="44444" y="84444"/>
                    <a:pt x="44444" y="84444"/>
                    <a:pt x="44444" y="84444"/>
                  </a:cubicBezTo>
                  <a:moveTo>
                    <a:pt x="97777" y="13333"/>
                  </a:moveTo>
                  <a:cubicBezTo>
                    <a:pt x="97777" y="13333"/>
                    <a:pt x="97777" y="13333"/>
                    <a:pt x="97777" y="13333"/>
                  </a:cubicBezTo>
                  <a:cubicBezTo>
                    <a:pt x="93333" y="13333"/>
                    <a:pt x="88888" y="13333"/>
                    <a:pt x="84444" y="13333"/>
                  </a:cubicBezTo>
                  <a:cubicBezTo>
                    <a:pt x="84444" y="13333"/>
                    <a:pt x="84444" y="13333"/>
                    <a:pt x="84444" y="13333"/>
                  </a:cubicBezTo>
                  <a:cubicBezTo>
                    <a:pt x="84444" y="13333"/>
                    <a:pt x="84444" y="17777"/>
                    <a:pt x="80000" y="17777"/>
                  </a:cubicBezTo>
                  <a:cubicBezTo>
                    <a:pt x="80000" y="17777"/>
                    <a:pt x="80000" y="17777"/>
                    <a:pt x="80000" y="17777"/>
                  </a:cubicBezTo>
                  <a:cubicBezTo>
                    <a:pt x="80000" y="17777"/>
                    <a:pt x="80000" y="17777"/>
                    <a:pt x="80000" y="17777"/>
                  </a:cubicBezTo>
                  <a:cubicBezTo>
                    <a:pt x="80000" y="17777"/>
                    <a:pt x="80000" y="17777"/>
                    <a:pt x="80000" y="17777"/>
                  </a:cubicBezTo>
                  <a:cubicBezTo>
                    <a:pt x="80000" y="17777"/>
                    <a:pt x="75555" y="17777"/>
                    <a:pt x="75555" y="17777"/>
                  </a:cubicBezTo>
                  <a:cubicBezTo>
                    <a:pt x="75555" y="17777"/>
                    <a:pt x="75555" y="17777"/>
                    <a:pt x="75555" y="17777"/>
                  </a:cubicBezTo>
                  <a:cubicBezTo>
                    <a:pt x="75555" y="17777"/>
                    <a:pt x="75555" y="17777"/>
                    <a:pt x="75555" y="17777"/>
                  </a:cubicBezTo>
                  <a:cubicBezTo>
                    <a:pt x="75555" y="17777"/>
                    <a:pt x="75555" y="17777"/>
                    <a:pt x="75555" y="17777"/>
                  </a:cubicBezTo>
                  <a:cubicBezTo>
                    <a:pt x="75555" y="17777"/>
                    <a:pt x="75555" y="17777"/>
                    <a:pt x="75555" y="17777"/>
                  </a:cubicBezTo>
                  <a:cubicBezTo>
                    <a:pt x="75555" y="17777"/>
                    <a:pt x="75555" y="17777"/>
                    <a:pt x="75555" y="17777"/>
                  </a:cubicBezTo>
                  <a:cubicBezTo>
                    <a:pt x="75555" y="17777"/>
                    <a:pt x="75555" y="17777"/>
                    <a:pt x="71111" y="17777"/>
                  </a:cubicBezTo>
                  <a:cubicBezTo>
                    <a:pt x="71111" y="13333"/>
                    <a:pt x="71111" y="13333"/>
                    <a:pt x="71111" y="8888"/>
                  </a:cubicBezTo>
                  <a:cubicBezTo>
                    <a:pt x="71111" y="8888"/>
                    <a:pt x="71111" y="4444"/>
                    <a:pt x="66666" y="4444"/>
                  </a:cubicBezTo>
                  <a:cubicBezTo>
                    <a:pt x="66666" y="4444"/>
                    <a:pt x="62222" y="0"/>
                    <a:pt x="62222" y="0"/>
                  </a:cubicBezTo>
                  <a:cubicBezTo>
                    <a:pt x="62222" y="0"/>
                    <a:pt x="62222" y="0"/>
                    <a:pt x="62222" y="0"/>
                  </a:cubicBezTo>
                  <a:cubicBezTo>
                    <a:pt x="62222" y="0"/>
                    <a:pt x="62222" y="0"/>
                    <a:pt x="62222" y="0"/>
                  </a:cubicBezTo>
                  <a:cubicBezTo>
                    <a:pt x="57777" y="0"/>
                    <a:pt x="57777" y="0"/>
                    <a:pt x="57777" y="0"/>
                  </a:cubicBezTo>
                  <a:cubicBezTo>
                    <a:pt x="57777" y="0"/>
                    <a:pt x="57777" y="0"/>
                    <a:pt x="57777" y="0"/>
                  </a:cubicBezTo>
                  <a:cubicBezTo>
                    <a:pt x="57777" y="0"/>
                    <a:pt x="57777" y="0"/>
                    <a:pt x="57777" y="0"/>
                  </a:cubicBezTo>
                  <a:cubicBezTo>
                    <a:pt x="57777" y="0"/>
                    <a:pt x="57777" y="0"/>
                    <a:pt x="57777" y="0"/>
                  </a:cubicBezTo>
                  <a:cubicBezTo>
                    <a:pt x="57777" y="0"/>
                    <a:pt x="57777" y="0"/>
                    <a:pt x="57777" y="0"/>
                  </a:cubicBezTo>
                  <a:cubicBezTo>
                    <a:pt x="53333" y="0"/>
                    <a:pt x="53333" y="0"/>
                    <a:pt x="53333" y="0"/>
                  </a:cubicBezTo>
                  <a:cubicBezTo>
                    <a:pt x="53333" y="0"/>
                    <a:pt x="53333" y="0"/>
                    <a:pt x="53333" y="0"/>
                  </a:cubicBezTo>
                  <a:cubicBezTo>
                    <a:pt x="53333" y="0"/>
                    <a:pt x="53333" y="0"/>
                    <a:pt x="53333" y="0"/>
                  </a:cubicBezTo>
                  <a:cubicBezTo>
                    <a:pt x="53333" y="0"/>
                    <a:pt x="53333" y="0"/>
                    <a:pt x="53333" y="0"/>
                  </a:cubicBezTo>
                  <a:cubicBezTo>
                    <a:pt x="53333" y="0"/>
                    <a:pt x="53333" y="0"/>
                    <a:pt x="48888" y="0"/>
                  </a:cubicBezTo>
                  <a:cubicBezTo>
                    <a:pt x="48888" y="0"/>
                    <a:pt x="48888" y="0"/>
                    <a:pt x="48888" y="0"/>
                  </a:cubicBezTo>
                  <a:cubicBezTo>
                    <a:pt x="48888" y="4444"/>
                    <a:pt x="48888" y="4444"/>
                    <a:pt x="48888" y="4444"/>
                  </a:cubicBezTo>
                  <a:cubicBezTo>
                    <a:pt x="48888" y="4444"/>
                    <a:pt x="48888" y="4444"/>
                    <a:pt x="48888" y="4444"/>
                  </a:cubicBezTo>
                  <a:cubicBezTo>
                    <a:pt x="48888" y="4444"/>
                    <a:pt x="48888" y="4444"/>
                    <a:pt x="48888" y="4444"/>
                  </a:cubicBezTo>
                  <a:cubicBezTo>
                    <a:pt x="48888" y="4444"/>
                    <a:pt x="48888" y="4444"/>
                    <a:pt x="48888" y="4444"/>
                  </a:cubicBezTo>
                  <a:cubicBezTo>
                    <a:pt x="44444" y="4444"/>
                    <a:pt x="44444" y="4444"/>
                    <a:pt x="44444" y="4444"/>
                  </a:cubicBezTo>
                  <a:cubicBezTo>
                    <a:pt x="44444" y="4444"/>
                    <a:pt x="40000" y="4444"/>
                    <a:pt x="40000" y="8888"/>
                  </a:cubicBezTo>
                  <a:cubicBezTo>
                    <a:pt x="35555" y="13333"/>
                    <a:pt x="35555" y="13333"/>
                    <a:pt x="35555" y="13333"/>
                  </a:cubicBezTo>
                  <a:cubicBezTo>
                    <a:pt x="35555" y="13333"/>
                    <a:pt x="35555" y="17777"/>
                    <a:pt x="35555" y="17777"/>
                  </a:cubicBezTo>
                  <a:cubicBezTo>
                    <a:pt x="35555" y="17777"/>
                    <a:pt x="35555" y="17777"/>
                    <a:pt x="35555" y="17777"/>
                  </a:cubicBezTo>
                  <a:cubicBezTo>
                    <a:pt x="35555" y="22222"/>
                    <a:pt x="35555" y="22222"/>
                    <a:pt x="35555" y="22222"/>
                  </a:cubicBezTo>
                  <a:cubicBezTo>
                    <a:pt x="35555" y="22222"/>
                    <a:pt x="35555" y="22222"/>
                    <a:pt x="35555" y="22222"/>
                  </a:cubicBezTo>
                  <a:cubicBezTo>
                    <a:pt x="35555" y="22222"/>
                    <a:pt x="35555" y="22222"/>
                    <a:pt x="35555" y="22222"/>
                  </a:cubicBezTo>
                  <a:cubicBezTo>
                    <a:pt x="31111" y="22222"/>
                    <a:pt x="31111" y="22222"/>
                    <a:pt x="31111" y="22222"/>
                  </a:cubicBezTo>
                  <a:cubicBezTo>
                    <a:pt x="31111" y="22222"/>
                    <a:pt x="26666" y="22222"/>
                    <a:pt x="26666" y="22222"/>
                  </a:cubicBezTo>
                  <a:cubicBezTo>
                    <a:pt x="26666" y="22222"/>
                    <a:pt x="22222" y="17777"/>
                    <a:pt x="22222" y="17777"/>
                  </a:cubicBezTo>
                  <a:cubicBezTo>
                    <a:pt x="17777" y="17777"/>
                    <a:pt x="13333" y="17777"/>
                    <a:pt x="13333" y="22222"/>
                  </a:cubicBezTo>
                  <a:cubicBezTo>
                    <a:pt x="13333" y="22222"/>
                    <a:pt x="13333" y="22222"/>
                    <a:pt x="13333" y="22222"/>
                  </a:cubicBezTo>
                  <a:cubicBezTo>
                    <a:pt x="13333" y="22222"/>
                    <a:pt x="13333" y="22222"/>
                    <a:pt x="13333" y="22222"/>
                  </a:cubicBezTo>
                  <a:cubicBezTo>
                    <a:pt x="13333" y="26666"/>
                    <a:pt x="13333" y="26666"/>
                    <a:pt x="13333" y="26666"/>
                  </a:cubicBezTo>
                  <a:cubicBezTo>
                    <a:pt x="13333" y="26666"/>
                    <a:pt x="13333" y="26666"/>
                    <a:pt x="13333" y="26666"/>
                  </a:cubicBezTo>
                  <a:cubicBezTo>
                    <a:pt x="13333" y="26666"/>
                    <a:pt x="13333" y="26666"/>
                    <a:pt x="13333" y="26666"/>
                  </a:cubicBezTo>
                  <a:cubicBezTo>
                    <a:pt x="13333" y="26666"/>
                    <a:pt x="13333" y="26666"/>
                    <a:pt x="13333" y="26666"/>
                  </a:cubicBezTo>
                  <a:cubicBezTo>
                    <a:pt x="8888" y="26666"/>
                    <a:pt x="8888" y="26666"/>
                    <a:pt x="8888" y="26666"/>
                  </a:cubicBezTo>
                  <a:cubicBezTo>
                    <a:pt x="8888" y="26666"/>
                    <a:pt x="8888" y="26666"/>
                    <a:pt x="8888" y="26666"/>
                  </a:cubicBezTo>
                  <a:cubicBezTo>
                    <a:pt x="8888" y="26666"/>
                    <a:pt x="8888" y="26666"/>
                    <a:pt x="8888" y="26666"/>
                  </a:cubicBezTo>
                  <a:cubicBezTo>
                    <a:pt x="8888" y="31111"/>
                    <a:pt x="8888" y="31111"/>
                    <a:pt x="8888" y="31111"/>
                  </a:cubicBezTo>
                  <a:cubicBezTo>
                    <a:pt x="8888" y="31111"/>
                    <a:pt x="8888" y="31111"/>
                    <a:pt x="8888" y="31111"/>
                  </a:cubicBezTo>
                  <a:cubicBezTo>
                    <a:pt x="8888" y="31111"/>
                    <a:pt x="8888" y="31111"/>
                    <a:pt x="8888" y="31111"/>
                  </a:cubicBezTo>
                  <a:cubicBezTo>
                    <a:pt x="8888" y="31111"/>
                    <a:pt x="8888" y="31111"/>
                    <a:pt x="8888" y="31111"/>
                  </a:cubicBezTo>
                  <a:cubicBezTo>
                    <a:pt x="8888" y="31111"/>
                    <a:pt x="8888" y="31111"/>
                    <a:pt x="8888" y="31111"/>
                  </a:cubicBezTo>
                  <a:cubicBezTo>
                    <a:pt x="8888" y="31111"/>
                    <a:pt x="8888" y="31111"/>
                    <a:pt x="8888" y="31111"/>
                  </a:cubicBezTo>
                  <a:cubicBezTo>
                    <a:pt x="4444" y="31111"/>
                    <a:pt x="4444" y="31111"/>
                    <a:pt x="4444" y="31111"/>
                  </a:cubicBezTo>
                  <a:cubicBezTo>
                    <a:pt x="4444" y="35555"/>
                    <a:pt x="4444" y="35555"/>
                    <a:pt x="4444" y="35555"/>
                  </a:cubicBezTo>
                  <a:cubicBezTo>
                    <a:pt x="4444" y="35555"/>
                    <a:pt x="4444" y="35555"/>
                    <a:pt x="4444" y="35555"/>
                  </a:cubicBezTo>
                  <a:cubicBezTo>
                    <a:pt x="4444" y="35555"/>
                    <a:pt x="4444" y="35555"/>
                    <a:pt x="4444" y="35555"/>
                  </a:cubicBezTo>
                  <a:cubicBezTo>
                    <a:pt x="4444" y="35555"/>
                    <a:pt x="4444" y="35555"/>
                    <a:pt x="4444" y="35555"/>
                  </a:cubicBezTo>
                  <a:cubicBezTo>
                    <a:pt x="4444" y="40000"/>
                    <a:pt x="4444" y="44444"/>
                    <a:pt x="4444" y="44444"/>
                  </a:cubicBezTo>
                  <a:cubicBezTo>
                    <a:pt x="4444" y="48888"/>
                    <a:pt x="8888" y="48888"/>
                    <a:pt x="8888" y="48888"/>
                  </a:cubicBezTo>
                  <a:cubicBezTo>
                    <a:pt x="8888" y="48888"/>
                    <a:pt x="8888" y="53333"/>
                    <a:pt x="13333" y="53333"/>
                  </a:cubicBezTo>
                  <a:cubicBezTo>
                    <a:pt x="13333" y="53333"/>
                    <a:pt x="13333" y="53333"/>
                    <a:pt x="13333" y="53333"/>
                  </a:cubicBezTo>
                  <a:cubicBezTo>
                    <a:pt x="13333" y="53333"/>
                    <a:pt x="13333" y="53333"/>
                    <a:pt x="13333" y="53333"/>
                  </a:cubicBezTo>
                  <a:cubicBezTo>
                    <a:pt x="13333" y="53333"/>
                    <a:pt x="13333" y="53333"/>
                    <a:pt x="13333" y="53333"/>
                  </a:cubicBezTo>
                  <a:cubicBezTo>
                    <a:pt x="13333" y="57777"/>
                    <a:pt x="13333" y="57777"/>
                    <a:pt x="13333" y="57777"/>
                  </a:cubicBezTo>
                  <a:cubicBezTo>
                    <a:pt x="13333" y="57777"/>
                    <a:pt x="13333" y="57777"/>
                    <a:pt x="13333" y="57777"/>
                  </a:cubicBezTo>
                  <a:cubicBezTo>
                    <a:pt x="8888" y="57777"/>
                    <a:pt x="8888" y="57777"/>
                    <a:pt x="8888" y="57777"/>
                  </a:cubicBezTo>
                  <a:cubicBezTo>
                    <a:pt x="8888" y="57777"/>
                    <a:pt x="8888" y="57777"/>
                    <a:pt x="8888" y="57777"/>
                  </a:cubicBezTo>
                  <a:cubicBezTo>
                    <a:pt x="8888" y="57777"/>
                    <a:pt x="8888" y="57777"/>
                    <a:pt x="8888" y="57777"/>
                  </a:cubicBezTo>
                  <a:cubicBezTo>
                    <a:pt x="8888" y="57777"/>
                    <a:pt x="8888" y="57777"/>
                    <a:pt x="8888" y="57777"/>
                  </a:cubicBezTo>
                  <a:cubicBezTo>
                    <a:pt x="8888" y="57777"/>
                    <a:pt x="8888" y="57777"/>
                    <a:pt x="8888" y="57777"/>
                  </a:cubicBezTo>
                  <a:cubicBezTo>
                    <a:pt x="8888" y="57777"/>
                    <a:pt x="8888" y="62222"/>
                    <a:pt x="4444" y="62222"/>
                  </a:cubicBezTo>
                  <a:cubicBezTo>
                    <a:pt x="0" y="66666"/>
                    <a:pt x="0" y="71111"/>
                    <a:pt x="0" y="75555"/>
                  </a:cubicBezTo>
                  <a:cubicBezTo>
                    <a:pt x="0" y="75555"/>
                    <a:pt x="0" y="75555"/>
                    <a:pt x="0" y="75555"/>
                  </a:cubicBezTo>
                  <a:cubicBezTo>
                    <a:pt x="0" y="75555"/>
                    <a:pt x="0" y="75555"/>
                    <a:pt x="0" y="75555"/>
                  </a:cubicBezTo>
                  <a:cubicBezTo>
                    <a:pt x="0" y="75555"/>
                    <a:pt x="0" y="75555"/>
                    <a:pt x="0" y="75555"/>
                  </a:cubicBezTo>
                  <a:cubicBezTo>
                    <a:pt x="0" y="75555"/>
                    <a:pt x="0" y="80000"/>
                    <a:pt x="0" y="80000"/>
                  </a:cubicBezTo>
                  <a:cubicBezTo>
                    <a:pt x="0" y="80000"/>
                    <a:pt x="0"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8888"/>
                    <a:pt x="4444" y="88888"/>
                  </a:cubicBezTo>
                  <a:cubicBezTo>
                    <a:pt x="4444" y="88888"/>
                    <a:pt x="4444" y="88888"/>
                    <a:pt x="4444" y="88888"/>
                  </a:cubicBezTo>
                  <a:cubicBezTo>
                    <a:pt x="4444" y="88888"/>
                    <a:pt x="4444" y="88888"/>
                    <a:pt x="4444" y="88888"/>
                  </a:cubicBezTo>
                  <a:cubicBezTo>
                    <a:pt x="4444" y="88888"/>
                    <a:pt x="4444" y="88888"/>
                    <a:pt x="4444" y="88888"/>
                  </a:cubicBezTo>
                  <a:cubicBezTo>
                    <a:pt x="4444" y="88888"/>
                    <a:pt x="8888" y="93333"/>
                    <a:pt x="8888" y="93333"/>
                  </a:cubicBezTo>
                  <a:cubicBezTo>
                    <a:pt x="13333" y="93333"/>
                    <a:pt x="13333" y="93333"/>
                    <a:pt x="17777" y="93333"/>
                  </a:cubicBezTo>
                  <a:cubicBezTo>
                    <a:pt x="17777" y="93333"/>
                    <a:pt x="22222" y="93333"/>
                    <a:pt x="22222" y="93333"/>
                  </a:cubicBezTo>
                  <a:cubicBezTo>
                    <a:pt x="22222" y="93333"/>
                    <a:pt x="22222" y="93333"/>
                    <a:pt x="22222" y="93333"/>
                  </a:cubicBezTo>
                  <a:cubicBezTo>
                    <a:pt x="22222" y="93333"/>
                    <a:pt x="22222" y="93333"/>
                    <a:pt x="22222" y="93333"/>
                  </a:cubicBezTo>
                  <a:cubicBezTo>
                    <a:pt x="22222" y="93333"/>
                    <a:pt x="22222" y="93333"/>
                    <a:pt x="22222" y="93333"/>
                  </a:cubicBezTo>
                  <a:cubicBezTo>
                    <a:pt x="22222" y="93333"/>
                    <a:pt x="22222" y="93333"/>
                    <a:pt x="22222" y="93333"/>
                  </a:cubicBezTo>
                  <a:cubicBezTo>
                    <a:pt x="22222" y="93333"/>
                    <a:pt x="22222" y="93333"/>
                    <a:pt x="22222" y="93333"/>
                  </a:cubicBezTo>
                  <a:cubicBezTo>
                    <a:pt x="26666" y="97777"/>
                    <a:pt x="26666" y="97777"/>
                    <a:pt x="26666" y="97777"/>
                  </a:cubicBezTo>
                  <a:cubicBezTo>
                    <a:pt x="26666" y="97777"/>
                    <a:pt x="26666" y="97777"/>
                    <a:pt x="26666" y="97777"/>
                  </a:cubicBezTo>
                  <a:cubicBezTo>
                    <a:pt x="26666" y="97777"/>
                    <a:pt x="26666" y="97777"/>
                    <a:pt x="26666" y="97777"/>
                  </a:cubicBezTo>
                  <a:cubicBezTo>
                    <a:pt x="26666" y="97777"/>
                    <a:pt x="26666" y="97777"/>
                    <a:pt x="26666" y="97777"/>
                  </a:cubicBezTo>
                  <a:cubicBezTo>
                    <a:pt x="26666" y="97777"/>
                    <a:pt x="26666" y="97777"/>
                    <a:pt x="26666" y="97777"/>
                  </a:cubicBezTo>
                  <a:cubicBezTo>
                    <a:pt x="26666" y="97777"/>
                    <a:pt x="26666" y="102222"/>
                    <a:pt x="26666" y="102222"/>
                  </a:cubicBezTo>
                  <a:cubicBezTo>
                    <a:pt x="22222" y="111111"/>
                    <a:pt x="26666" y="115555"/>
                    <a:pt x="31111" y="115555"/>
                  </a:cubicBezTo>
                  <a:cubicBezTo>
                    <a:pt x="31111" y="115555"/>
                    <a:pt x="31111" y="115555"/>
                    <a:pt x="31111" y="115555"/>
                  </a:cubicBezTo>
                  <a:cubicBezTo>
                    <a:pt x="31111" y="115555"/>
                    <a:pt x="31111" y="115555"/>
                    <a:pt x="31111" y="115555"/>
                  </a:cubicBezTo>
                  <a:cubicBezTo>
                    <a:pt x="31111" y="115555"/>
                    <a:pt x="31111" y="115555"/>
                    <a:pt x="31111" y="115555"/>
                  </a:cubicBezTo>
                  <a:cubicBezTo>
                    <a:pt x="31111" y="115555"/>
                    <a:pt x="31111" y="115555"/>
                    <a:pt x="31111" y="115555"/>
                  </a:cubicBezTo>
                  <a:cubicBezTo>
                    <a:pt x="31111" y="115555"/>
                    <a:pt x="31111" y="115555"/>
                    <a:pt x="31111" y="115555"/>
                  </a:cubicBezTo>
                  <a:cubicBezTo>
                    <a:pt x="35555" y="115555"/>
                    <a:pt x="35555" y="115555"/>
                    <a:pt x="35555" y="115555"/>
                  </a:cubicBezTo>
                  <a:cubicBezTo>
                    <a:pt x="35555" y="115555"/>
                    <a:pt x="35555" y="120000"/>
                    <a:pt x="35555" y="120000"/>
                  </a:cubicBezTo>
                  <a:cubicBezTo>
                    <a:pt x="40000" y="120000"/>
                    <a:pt x="40000" y="120000"/>
                    <a:pt x="40000" y="120000"/>
                  </a:cubicBezTo>
                  <a:cubicBezTo>
                    <a:pt x="40000" y="120000"/>
                    <a:pt x="40000" y="120000"/>
                    <a:pt x="40000" y="120000"/>
                  </a:cubicBezTo>
                  <a:cubicBezTo>
                    <a:pt x="40000" y="120000"/>
                    <a:pt x="40000" y="120000"/>
                    <a:pt x="40000" y="120000"/>
                  </a:cubicBezTo>
                  <a:cubicBezTo>
                    <a:pt x="40000" y="120000"/>
                    <a:pt x="44444" y="120000"/>
                    <a:pt x="44444" y="120000"/>
                  </a:cubicBezTo>
                  <a:cubicBezTo>
                    <a:pt x="44444" y="120000"/>
                    <a:pt x="44444" y="120000"/>
                    <a:pt x="44444" y="120000"/>
                  </a:cubicBezTo>
                  <a:cubicBezTo>
                    <a:pt x="44444" y="120000"/>
                    <a:pt x="44444" y="120000"/>
                    <a:pt x="44444" y="120000"/>
                  </a:cubicBezTo>
                  <a:cubicBezTo>
                    <a:pt x="44444" y="120000"/>
                    <a:pt x="44444" y="120000"/>
                    <a:pt x="44444" y="120000"/>
                  </a:cubicBezTo>
                  <a:cubicBezTo>
                    <a:pt x="44444" y="120000"/>
                    <a:pt x="44444" y="120000"/>
                    <a:pt x="44444" y="120000"/>
                  </a:cubicBezTo>
                  <a:cubicBezTo>
                    <a:pt x="48888" y="120000"/>
                    <a:pt x="53333" y="120000"/>
                    <a:pt x="53333" y="115555"/>
                  </a:cubicBezTo>
                  <a:cubicBezTo>
                    <a:pt x="57777" y="115555"/>
                    <a:pt x="57777" y="115555"/>
                    <a:pt x="57777" y="115555"/>
                  </a:cubicBezTo>
                  <a:cubicBezTo>
                    <a:pt x="57777" y="115555"/>
                    <a:pt x="57777" y="115555"/>
                    <a:pt x="57777" y="115555"/>
                  </a:cubicBezTo>
                  <a:cubicBezTo>
                    <a:pt x="57777" y="115555"/>
                    <a:pt x="57777" y="115555"/>
                    <a:pt x="57777" y="115555"/>
                  </a:cubicBezTo>
                  <a:cubicBezTo>
                    <a:pt x="57777" y="115555"/>
                    <a:pt x="57777" y="115555"/>
                    <a:pt x="57777" y="115555"/>
                  </a:cubicBezTo>
                  <a:cubicBezTo>
                    <a:pt x="57777" y="111111"/>
                    <a:pt x="57777" y="111111"/>
                    <a:pt x="62222" y="111111"/>
                  </a:cubicBezTo>
                  <a:cubicBezTo>
                    <a:pt x="62222" y="111111"/>
                    <a:pt x="62222" y="111111"/>
                    <a:pt x="62222" y="111111"/>
                  </a:cubicBezTo>
                  <a:cubicBezTo>
                    <a:pt x="62222" y="111111"/>
                    <a:pt x="62222" y="111111"/>
                    <a:pt x="62222" y="111111"/>
                  </a:cubicBezTo>
                  <a:cubicBezTo>
                    <a:pt x="62222" y="111111"/>
                    <a:pt x="62222" y="111111"/>
                    <a:pt x="62222" y="111111"/>
                  </a:cubicBezTo>
                  <a:cubicBezTo>
                    <a:pt x="66666" y="111111"/>
                    <a:pt x="66666" y="111111"/>
                    <a:pt x="66666" y="111111"/>
                  </a:cubicBezTo>
                  <a:cubicBezTo>
                    <a:pt x="66666" y="111111"/>
                    <a:pt x="71111" y="111111"/>
                    <a:pt x="71111" y="111111"/>
                  </a:cubicBezTo>
                  <a:cubicBezTo>
                    <a:pt x="71111" y="115555"/>
                    <a:pt x="71111" y="115555"/>
                    <a:pt x="75555" y="115555"/>
                  </a:cubicBezTo>
                  <a:cubicBezTo>
                    <a:pt x="75555" y="120000"/>
                    <a:pt x="80000" y="120000"/>
                    <a:pt x="84444" y="115555"/>
                  </a:cubicBezTo>
                  <a:cubicBezTo>
                    <a:pt x="84444" y="115555"/>
                    <a:pt x="84444" y="115555"/>
                    <a:pt x="84444" y="115555"/>
                  </a:cubicBezTo>
                  <a:cubicBezTo>
                    <a:pt x="84444" y="115555"/>
                    <a:pt x="84444" y="115555"/>
                    <a:pt x="88888" y="115555"/>
                  </a:cubicBezTo>
                  <a:cubicBezTo>
                    <a:pt x="88888" y="115555"/>
                    <a:pt x="88888" y="115555"/>
                    <a:pt x="88888" y="115555"/>
                  </a:cubicBezTo>
                  <a:cubicBezTo>
                    <a:pt x="88888" y="115555"/>
                    <a:pt x="88888" y="115555"/>
                    <a:pt x="88888" y="115555"/>
                  </a:cubicBezTo>
                  <a:cubicBezTo>
                    <a:pt x="88888" y="115555"/>
                    <a:pt x="88888" y="115555"/>
                    <a:pt x="88888" y="115555"/>
                  </a:cubicBezTo>
                  <a:cubicBezTo>
                    <a:pt x="93333" y="111111"/>
                    <a:pt x="93333" y="111111"/>
                    <a:pt x="93333" y="111111"/>
                  </a:cubicBezTo>
                  <a:cubicBezTo>
                    <a:pt x="93333" y="111111"/>
                    <a:pt x="93333" y="111111"/>
                    <a:pt x="97777" y="111111"/>
                  </a:cubicBezTo>
                  <a:cubicBezTo>
                    <a:pt x="97777" y="111111"/>
                    <a:pt x="97777" y="111111"/>
                    <a:pt x="97777" y="111111"/>
                  </a:cubicBezTo>
                  <a:cubicBezTo>
                    <a:pt x="97777" y="111111"/>
                    <a:pt x="97777" y="111111"/>
                    <a:pt x="97777" y="111111"/>
                  </a:cubicBezTo>
                  <a:cubicBezTo>
                    <a:pt x="97777" y="111111"/>
                    <a:pt x="97777" y="111111"/>
                    <a:pt x="97777" y="111111"/>
                  </a:cubicBezTo>
                  <a:cubicBezTo>
                    <a:pt x="97777" y="111111"/>
                    <a:pt x="97777" y="111111"/>
                    <a:pt x="97777" y="111111"/>
                  </a:cubicBezTo>
                  <a:cubicBezTo>
                    <a:pt x="97777" y="106666"/>
                    <a:pt x="102222" y="102222"/>
                    <a:pt x="102222" y="97777"/>
                  </a:cubicBezTo>
                  <a:cubicBezTo>
                    <a:pt x="102222" y="97777"/>
                    <a:pt x="97777" y="97777"/>
                    <a:pt x="97777" y="97777"/>
                  </a:cubicBezTo>
                  <a:cubicBezTo>
                    <a:pt x="97777" y="93333"/>
                    <a:pt x="97777" y="93333"/>
                    <a:pt x="97777" y="93333"/>
                  </a:cubicBezTo>
                  <a:cubicBezTo>
                    <a:pt x="97777" y="93333"/>
                    <a:pt x="97777" y="93333"/>
                    <a:pt x="97777" y="93333"/>
                  </a:cubicBezTo>
                  <a:cubicBezTo>
                    <a:pt x="97777" y="93333"/>
                    <a:pt x="97777" y="93333"/>
                    <a:pt x="97777" y="93333"/>
                  </a:cubicBezTo>
                  <a:cubicBezTo>
                    <a:pt x="97777" y="93333"/>
                    <a:pt x="97777" y="93333"/>
                    <a:pt x="97777" y="88888"/>
                  </a:cubicBezTo>
                  <a:cubicBezTo>
                    <a:pt x="97777" y="88888"/>
                    <a:pt x="97777" y="88888"/>
                    <a:pt x="97777" y="88888"/>
                  </a:cubicBezTo>
                  <a:cubicBezTo>
                    <a:pt x="97777" y="88888"/>
                    <a:pt x="97777" y="88888"/>
                    <a:pt x="97777" y="88888"/>
                  </a:cubicBezTo>
                  <a:cubicBezTo>
                    <a:pt x="97777" y="88888"/>
                    <a:pt x="97777" y="88888"/>
                    <a:pt x="97777" y="88888"/>
                  </a:cubicBezTo>
                  <a:cubicBezTo>
                    <a:pt x="102222" y="88888"/>
                    <a:pt x="102222" y="84444"/>
                    <a:pt x="102222" y="84444"/>
                  </a:cubicBezTo>
                  <a:cubicBezTo>
                    <a:pt x="102222" y="84444"/>
                    <a:pt x="106666" y="84444"/>
                    <a:pt x="106666" y="84444"/>
                  </a:cubicBezTo>
                  <a:cubicBezTo>
                    <a:pt x="115555" y="84444"/>
                    <a:pt x="115555" y="80000"/>
                    <a:pt x="115555" y="80000"/>
                  </a:cubicBezTo>
                  <a:cubicBezTo>
                    <a:pt x="115555" y="75555"/>
                    <a:pt x="115555" y="75555"/>
                    <a:pt x="115555" y="75555"/>
                  </a:cubicBezTo>
                  <a:cubicBezTo>
                    <a:pt x="115555" y="75555"/>
                    <a:pt x="115555" y="75555"/>
                    <a:pt x="115555" y="75555"/>
                  </a:cubicBezTo>
                  <a:cubicBezTo>
                    <a:pt x="120000" y="75555"/>
                    <a:pt x="120000" y="75555"/>
                    <a:pt x="120000" y="75555"/>
                  </a:cubicBezTo>
                  <a:cubicBezTo>
                    <a:pt x="120000" y="75555"/>
                    <a:pt x="120000" y="75555"/>
                    <a:pt x="120000" y="75555"/>
                  </a:cubicBezTo>
                  <a:cubicBezTo>
                    <a:pt x="120000" y="75555"/>
                    <a:pt x="120000" y="75555"/>
                    <a:pt x="120000" y="75555"/>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66666"/>
                    <a:pt x="120000" y="66666"/>
                    <a:pt x="120000" y="66666"/>
                  </a:cubicBezTo>
                  <a:cubicBezTo>
                    <a:pt x="120000" y="66666"/>
                    <a:pt x="120000" y="66666"/>
                    <a:pt x="120000" y="62222"/>
                  </a:cubicBezTo>
                  <a:cubicBezTo>
                    <a:pt x="120000" y="62222"/>
                    <a:pt x="120000" y="62222"/>
                    <a:pt x="120000" y="62222"/>
                  </a:cubicBezTo>
                  <a:cubicBezTo>
                    <a:pt x="120000" y="57777"/>
                    <a:pt x="115555" y="53333"/>
                    <a:pt x="115555" y="53333"/>
                  </a:cubicBezTo>
                  <a:cubicBezTo>
                    <a:pt x="111111" y="53333"/>
                    <a:pt x="111111" y="53333"/>
                    <a:pt x="111111" y="53333"/>
                  </a:cubicBezTo>
                  <a:cubicBezTo>
                    <a:pt x="111111" y="53333"/>
                    <a:pt x="111111" y="53333"/>
                    <a:pt x="111111" y="53333"/>
                  </a:cubicBezTo>
                  <a:cubicBezTo>
                    <a:pt x="106666" y="48888"/>
                    <a:pt x="106666" y="48888"/>
                    <a:pt x="106666" y="48888"/>
                  </a:cubicBezTo>
                  <a:cubicBezTo>
                    <a:pt x="106666" y="48888"/>
                    <a:pt x="106666" y="48888"/>
                    <a:pt x="106666" y="48888"/>
                  </a:cubicBezTo>
                  <a:cubicBezTo>
                    <a:pt x="106666" y="48888"/>
                    <a:pt x="106666" y="48888"/>
                    <a:pt x="106666" y="48888"/>
                  </a:cubicBezTo>
                  <a:cubicBezTo>
                    <a:pt x="106666" y="48888"/>
                    <a:pt x="106666" y="48888"/>
                    <a:pt x="106666" y="48888"/>
                  </a:cubicBezTo>
                  <a:cubicBezTo>
                    <a:pt x="106666" y="48888"/>
                    <a:pt x="106666" y="48888"/>
                    <a:pt x="106666" y="48888"/>
                  </a:cubicBezTo>
                  <a:cubicBezTo>
                    <a:pt x="106666" y="48888"/>
                    <a:pt x="106666" y="48888"/>
                    <a:pt x="106666" y="48888"/>
                  </a:cubicBezTo>
                  <a:cubicBezTo>
                    <a:pt x="106666" y="48888"/>
                    <a:pt x="106666" y="44444"/>
                    <a:pt x="102222" y="44444"/>
                  </a:cubicBezTo>
                  <a:cubicBezTo>
                    <a:pt x="102222" y="44444"/>
                    <a:pt x="102222" y="44444"/>
                    <a:pt x="102222" y="44444"/>
                  </a:cubicBezTo>
                  <a:cubicBezTo>
                    <a:pt x="106666" y="44444"/>
                    <a:pt x="106666" y="40000"/>
                    <a:pt x="106666" y="40000"/>
                  </a:cubicBezTo>
                  <a:cubicBezTo>
                    <a:pt x="111111" y="35555"/>
                    <a:pt x="111111" y="26666"/>
                    <a:pt x="106666" y="26666"/>
                  </a:cubicBezTo>
                  <a:cubicBezTo>
                    <a:pt x="106666" y="26666"/>
                    <a:pt x="106666" y="26666"/>
                    <a:pt x="106666" y="26666"/>
                  </a:cubicBezTo>
                  <a:cubicBezTo>
                    <a:pt x="106666" y="26666"/>
                    <a:pt x="106666" y="26666"/>
                    <a:pt x="106666" y="26666"/>
                  </a:cubicBezTo>
                  <a:cubicBezTo>
                    <a:pt x="106666" y="22222"/>
                    <a:pt x="106666" y="22222"/>
                    <a:pt x="106666" y="22222"/>
                  </a:cubicBezTo>
                  <a:cubicBezTo>
                    <a:pt x="106666" y="22222"/>
                    <a:pt x="106666" y="22222"/>
                    <a:pt x="106666" y="22222"/>
                  </a:cubicBezTo>
                  <a:cubicBezTo>
                    <a:pt x="106666" y="22222"/>
                    <a:pt x="106666" y="22222"/>
                    <a:pt x="106666" y="22222"/>
                  </a:cubicBezTo>
                  <a:cubicBezTo>
                    <a:pt x="106666" y="22222"/>
                    <a:pt x="106666" y="22222"/>
                    <a:pt x="106666" y="22222"/>
                  </a:cubicBezTo>
                  <a:cubicBezTo>
                    <a:pt x="106666" y="22222"/>
                    <a:pt x="102222" y="22222"/>
                    <a:pt x="102222" y="17777"/>
                  </a:cubicBezTo>
                  <a:cubicBezTo>
                    <a:pt x="102222" y="17777"/>
                    <a:pt x="102222" y="17777"/>
                    <a:pt x="102222" y="17777"/>
                  </a:cubicBezTo>
                  <a:cubicBezTo>
                    <a:pt x="102222" y="17777"/>
                    <a:pt x="102222" y="17777"/>
                    <a:pt x="102222" y="17777"/>
                  </a:cubicBezTo>
                  <a:cubicBezTo>
                    <a:pt x="102222" y="17777"/>
                    <a:pt x="102222" y="17777"/>
                    <a:pt x="102222" y="17777"/>
                  </a:cubicBezTo>
                  <a:cubicBezTo>
                    <a:pt x="102222" y="17777"/>
                    <a:pt x="102222" y="17777"/>
                    <a:pt x="102222" y="17777"/>
                  </a:cubicBezTo>
                  <a:cubicBezTo>
                    <a:pt x="102222" y="17777"/>
                    <a:pt x="102222" y="17777"/>
                    <a:pt x="102222" y="17777"/>
                  </a:cubicBezTo>
                  <a:cubicBezTo>
                    <a:pt x="97777" y="17777"/>
                    <a:pt x="97777" y="17777"/>
                    <a:pt x="97777" y="17777"/>
                  </a:cubicBezTo>
                  <a:cubicBezTo>
                    <a:pt x="97777" y="17777"/>
                    <a:pt x="97777" y="17777"/>
                    <a:pt x="97777" y="17777"/>
                  </a:cubicBezTo>
                  <a:cubicBezTo>
                    <a:pt x="97777" y="17777"/>
                    <a:pt x="97777" y="17777"/>
                    <a:pt x="97777" y="17777"/>
                  </a:cubicBezTo>
                  <a:cubicBezTo>
                    <a:pt x="97777" y="17777"/>
                    <a:pt x="97777" y="17777"/>
                    <a:pt x="97777" y="17777"/>
                  </a:cubicBezTo>
                  <a:cubicBezTo>
                    <a:pt x="97777" y="17777"/>
                    <a:pt x="97777" y="17777"/>
                    <a:pt x="97777" y="17777"/>
                  </a:cubicBezTo>
                  <a:cubicBezTo>
                    <a:pt x="97777" y="17777"/>
                    <a:pt x="97777" y="17777"/>
                    <a:pt x="97777" y="17777"/>
                  </a:cubicBezTo>
                  <a:cubicBezTo>
                    <a:pt x="97777" y="17777"/>
                    <a:pt x="97777" y="17777"/>
                    <a:pt x="97777" y="17777"/>
                  </a:cubicBezTo>
                  <a:cubicBezTo>
                    <a:pt x="97777" y="13333"/>
                    <a:pt x="97777" y="13333"/>
                    <a:pt x="97777" y="13333"/>
                  </a:cubicBezTo>
                  <a:cubicBezTo>
                    <a:pt x="97777" y="13333"/>
                    <a:pt x="97777" y="13333"/>
                    <a:pt x="97777" y="13333"/>
                  </a:cubicBezTo>
                  <a:cubicBezTo>
                    <a:pt x="97777" y="13333"/>
                    <a:pt x="97777" y="13333"/>
                    <a:pt x="97777" y="13333"/>
                  </a:cubicBezTo>
                  <a:cubicBezTo>
                    <a:pt x="97777" y="13333"/>
                    <a:pt x="97777" y="13333"/>
                    <a:pt x="97777" y="13333"/>
                  </a:cubicBezTo>
                  <a:cubicBezTo>
                    <a:pt x="97777" y="13333"/>
                    <a:pt x="97777" y="13333"/>
                    <a:pt x="97777" y="13333"/>
                  </a:cubicBezTo>
                  <a:close/>
                  <a:moveTo>
                    <a:pt x="66666" y="44444"/>
                  </a:moveTo>
                  <a:cubicBezTo>
                    <a:pt x="66666" y="48888"/>
                    <a:pt x="66666" y="48888"/>
                    <a:pt x="66666" y="48888"/>
                  </a:cubicBezTo>
                  <a:cubicBezTo>
                    <a:pt x="66666" y="48888"/>
                    <a:pt x="66666" y="48888"/>
                    <a:pt x="66666" y="48888"/>
                  </a:cubicBezTo>
                  <a:cubicBezTo>
                    <a:pt x="66666" y="48888"/>
                    <a:pt x="66666" y="48888"/>
                    <a:pt x="66666" y="48888"/>
                  </a:cubicBezTo>
                  <a:cubicBezTo>
                    <a:pt x="71111" y="48888"/>
                    <a:pt x="71111" y="48888"/>
                    <a:pt x="71111" y="48888"/>
                  </a:cubicBezTo>
                  <a:cubicBezTo>
                    <a:pt x="71111" y="48888"/>
                    <a:pt x="71111" y="48888"/>
                    <a:pt x="71111" y="48888"/>
                  </a:cubicBezTo>
                  <a:cubicBezTo>
                    <a:pt x="71111" y="48888"/>
                    <a:pt x="71111" y="48888"/>
                    <a:pt x="71111" y="48888"/>
                  </a:cubicBezTo>
                  <a:cubicBezTo>
                    <a:pt x="71111" y="53333"/>
                    <a:pt x="75555" y="53333"/>
                    <a:pt x="75555" y="53333"/>
                  </a:cubicBezTo>
                  <a:cubicBezTo>
                    <a:pt x="75555" y="53333"/>
                    <a:pt x="75555" y="53333"/>
                    <a:pt x="75555" y="53333"/>
                  </a:cubicBezTo>
                  <a:cubicBezTo>
                    <a:pt x="75555" y="53333"/>
                    <a:pt x="75555" y="53333"/>
                    <a:pt x="75555" y="53333"/>
                  </a:cubicBezTo>
                  <a:cubicBezTo>
                    <a:pt x="75555" y="57777"/>
                    <a:pt x="75555" y="57777"/>
                    <a:pt x="75555" y="57777"/>
                  </a:cubicBezTo>
                  <a:cubicBezTo>
                    <a:pt x="75555" y="57777"/>
                    <a:pt x="75555" y="57777"/>
                    <a:pt x="75555" y="57777"/>
                  </a:cubicBezTo>
                  <a:cubicBezTo>
                    <a:pt x="75555" y="57777"/>
                    <a:pt x="75555" y="57777"/>
                    <a:pt x="75555" y="57777"/>
                  </a:cubicBezTo>
                  <a:cubicBezTo>
                    <a:pt x="75555" y="57777"/>
                    <a:pt x="75555" y="57777"/>
                    <a:pt x="75555" y="57777"/>
                  </a:cubicBezTo>
                  <a:cubicBezTo>
                    <a:pt x="75555" y="57777"/>
                    <a:pt x="75555" y="57777"/>
                    <a:pt x="75555" y="57777"/>
                  </a:cubicBezTo>
                  <a:cubicBezTo>
                    <a:pt x="75555" y="57777"/>
                    <a:pt x="75555" y="57777"/>
                    <a:pt x="75555" y="57777"/>
                  </a:cubicBezTo>
                  <a:cubicBezTo>
                    <a:pt x="75555" y="57777"/>
                    <a:pt x="75555" y="57777"/>
                    <a:pt x="75555" y="57777"/>
                  </a:cubicBezTo>
                  <a:cubicBezTo>
                    <a:pt x="75555" y="62222"/>
                    <a:pt x="75555" y="62222"/>
                    <a:pt x="75555" y="62222"/>
                  </a:cubicBezTo>
                  <a:cubicBezTo>
                    <a:pt x="75555" y="62222"/>
                    <a:pt x="75555" y="62222"/>
                    <a:pt x="75555" y="62222"/>
                  </a:cubicBezTo>
                  <a:cubicBezTo>
                    <a:pt x="75555" y="62222"/>
                    <a:pt x="75555" y="62222"/>
                    <a:pt x="75555" y="62222"/>
                  </a:cubicBezTo>
                  <a:cubicBezTo>
                    <a:pt x="75555" y="66666"/>
                    <a:pt x="75555" y="66666"/>
                    <a:pt x="75555" y="71111"/>
                  </a:cubicBezTo>
                  <a:cubicBezTo>
                    <a:pt x="75555" y="71111"/>
                    <a:pt x="75555" y="71111"/>
                    <a:pt x="75555" y="71111"/>
                  </a:cubicBezTo>
                  <a:cubicBezTo>
                    <a:pt x="75555" y="71111"/>
                    <a:pt x="75555" y="71111"/>
                    <a:pt x="75555" y="71111"/>
                  </a:cubicBezTo>
                  <a:cubicBezTo>
                    <a:pt x="71111" y="71111"/>
                    <a:pt x="71111" y="71111"/>
                    <a:pt x="71111" y="71111"/>
                  </a:cubicBezTo>
                  <a:cubicBezTo>
                    <a:pt x="71111" y="71111"/>
                    <a:pt x="71111" y="71111"/>
                    <a:pt x="71111" y="71111"/>
                  </a:cubicBezTo>
                  <a:cubicBezTo>
                    <a:pt x="71111" y="71111"/>
                    <a:pt x="71111" y="71111"/>
                    <a:pt x="71111" y="71111"/>
                  </a:cubicBezTo>
                  <a:cubicBezTo>
                    <a:pt x="71111" y="71111"/>
                    <a:pt x="71111" y="71111"/>
                    <a:pt x="71111" y="71111"/>
                  </a:cubicBezTo>
                  <a:cubicBezTo>
                    <a:pt x="71111" y="71111"/>
                    <a:pt x="71111" y="71111"/>
                    <a:pt x="71111" y="71111"/>
                  </a:cubicBezTo>
                  <a:cubicBezTo>
                    <a:pt x="71111" y="71111"/>
                    <a:pt x="71111" y="71111"/>
                    <a:pt x="71111" y="75555"/>
                  </a:cubicBezTo>
                  <a:cubicBezTo>
                    <a:pt x="71111" y="75555"/>
                    <a:pt x="71111" y="75555"/>
                    <a:pt x="66666" y="75555"/>
                  </a:cubicBezTo>
                  <a:cubicBezTo>
                    <a:pt x="66666" y="75555"/>
                    <a:pt x="62222" y="80000"/>
                    <a:pt x="62222" y="80000"/>
                  </a:cubicBezTo>
                  <a:cubicBezTo>
                    <a:pt x="62222" y="80000"/>
                    <a:pt x="62222" y="80000"/>
                    <a:pt x="62222" y="80000"/>
                  </a:cubicBezTo>
                  <a:cubicBezTo>
                    <a:pt x="62222" y="80000"/>
                    <a:pt x="62222" y="80000"/>
                    <a:pt x="62222" y="80000"/>
                  </a:cubicBezTo>
                  <a:cubicBezTo>
                    <a:pt x="62222" y="80000"/>
                    <a:pt x="62222" y="80000"/>
                    <a:pt x="62222" y="80000"/>
                  </a:cubicBezTo>
                  <a:cubicBezTo>
                    <a:pt x="62222" y="80000"/>
                    <a:pt x="62222" y="80000"/>
                    <a:pt x="62222" y="80000"/>
                  </a:cubicBezTo>
                  <a:cubicBezTo>
                    <a:pt x="62222" y="80000"/>
                    <a:pt x="62222" y="80000"/>
                    <a:pt x="62222" y="80000"/>
                  </a:cubicBezTo>
                  <a:cubicBezTo>
                    <a:pt x="57777" y="80000"/>
                    <a:pt x="57777" y="80000"/>
                    <a:pt x="57777" y="80000"/>
                  </a:cubicBezTo>
                  <a:cubicBezTo>
                    <a:pt x="57777" y="80000"/>
                    <a:pt x="57777" y="80000"/>
                    <a:pt x="57777" y="80000"/>
                  </a:cubicBezTo>
                  <a:cubicBezTo>
                    <a:pt x="57777" y="80000"/>
                    <a:pt x="57777" y="80000"/>
                    <a:pt x="57777" y="80000"/>
                  </a:cubicBezTo>
                  <a:cubicBezTo>
                    <a:pt x="57777" y="80000"/>
                    <a:pt x="53333" y="80000"/>
                    <a:pt x="53333" y="80000"/>
                  </a:cubicBezTo>
                  <a:cubicBezTo>
                    <a:pt x="53333" y="80000"/>
                    <a:pt x="53333" y="80000"/>
                    <a:pt x="53333" y="80000"/>
                  </a:cubicBezTo>
                  <a:cubicBezTo>
                    <a:pt x="53333" y="80000"/>
                    <a:pt x="53333" y="80000"/>
                    <a:pt x="53333" y="80000"/>
                  </a:cubicBezTo>
                  <a:cubicBezTo>
                    <a:pt x="53333" y="75555"/>
                    <a:pt x="53333" y="75555"/>
                    <a:pt x="48888" y="75555"/>
                  </a:cubicBezTo>
                  <a:cubicBezTo>
                    <a:pt x="48888" y="75555"/>
                    <a:pt x="48888" y="75555"/>
                    <a:pt x="48888" y="75555"/>
                  </a:cubicBezTo>
                  <a:cubicBezTo>
                    <a:pt x="48888" y="75555"/>
                    <a:pt x="48888" y="75555"/>
                    <a:pt x="48888" y="75555"/>
                  </a:cubicBezTo>
                  <a:cubicBezTo>
                    <a:pt x="48888" y="75555"/>
                    <a:pt x="48888" y="75555"/>
                    <a:pt x="48888" y="75555"/>
                  </a:cubicBezTo>
                  <a:cubicBezTo>
                    <a:pt x="48888" y="75555"/>
                    <a:pt x="48888" y="75555"/>
                    <a:pt x="48888" y="75555"/>
                  </a:cubicBezTo>
                  <a:cubicBezTo>
                    <a:pt x="44444" y="75555"/>
                    <a:pt x="44444" y="75555"/>
                    <a:pt x="44444" y="75555"/>
                  </a:cubicBezTo>
                  <a:cubicBezTo>
                    <a:pt x="44444" y="75555"/>
                    <a:pt x="44444" y="75555"/>
                    <a:pt x="44444" y="75555"/>
                  </a:cubicBezTo>
                  <a:cubicBezTo>
                    <a:pt x="44444" y="75555"/>
                    <a:pt x="44444" y="75555"/>
                    <a:pt x="44444" y="75555"/>
                  </a:cubicBezTo>
                  <a:cubicBezTo>
                    <a:pt x="44444" y="71111"/>
                    <a:pt x="44444" y="71111"/>
                    <a:pt x="44444" y="71111"/>
                  </a:cubicBezTo>
                  <a:cubicBezTo>
                    <a:pt x="44444" y="71111"/>
                    <a:pt x="44444" y="71111"/>
                    <a:pt x="44444" y="71111"/>
                  </a:cubicBezTo>
                  <a:cubicBezTo>
                    <a:pt x="44444" y="71111"/>
                    <a:pt x="44444" y="71111"/>
                    <a:pt x="44444" y="71111"/>
                  </a:cubicBezTo>
                  <a:cubicBezTo>
                    <a:pt x="44444" y="71111"/>
                    <a:pt x="44444" y="71111"/>
                    <a:pt x="44444" y="66666"/>
                  </a:cubicBezTo>
                  <a:cubicBezTo>
                    <a:pt x="44444" y="66666"/>
                    <a:pt x="44444" y="66666"/>
                    <a:pt x="44444" y="66666"/>
                  </a:cubicBezTo>
                  <a:cubicBezTo>
                    <a:pt x="44444" y="66666"/>
                    <a:pt x="44444" y="66666"/>
                    <a:pt x="44444" y="66666"/>
                  </a:cubicBezTo>
                  <a:cubicBezTo>
                    <a:pt x="40000" y="66666"/>
                    <a:pt x="40000" y="62222"/>
                    <a:pt x="40000" y="62222"/>
                  </a:cubicBezTo>
                  <a:cubicBezTo>
                    <a:pt x="40000" y="62222"/>
                    <a:pt x="40000" y="62222"/>
                    <a:pt x="40000" y="62222"/>
                  </a:cubicBezTo>
                  <a:cubicBezTo>
                    <a:pt x="40000" y="62222"/>
                    <a:pt x="40000" y="62222"/>
                    <a:pt x="40000" y="62222"/>
                  </a:cubicBezTo>
                  <a:cubicBezTo>
                    <a:pt x="40000" y="62222"/>
                    <a:pt x="40000" y="62222"/>
                    <a:pt x="40000" y="62222"/>
                  </a:cubicBezTo>
                  <a:cubicBezTo>
                    <a:pt x="40000" y="62222"/>
                    <a:pt x="40000" y="62222"/>
                    <a:pt x="40000" y="62222"/>
                  </a:cubicBezTo>
                  <a:cubicBezTo>
                    <a:pt x="40000" y="57777"/>
                    <a:pt x="40000" y="57777"/>
                    <a:pt x="40000" y="57777"/>
                  </a:cubicBezTo>
                  <a:cubicBezTo>
                    <a:pt x="40000" y="57777"/>
                    <a:pt x="40000" y="57777"/>
                    <a:pt x="40000" y="57777"/>
                  </a:cubicBezTo>
                  <a:cubicBezTo>
                    <a:pt x="44444" y="57777"/>
                    <a:pt x="44444" y="57777"/>
                    <a:pt x="44444" y="57777"/>
                  </a:cubicBezTo>
                  <a:cubicBezTo>
                    <a:pt x="44444" y="57777"/>
                    <a:pt x="44444" y="57777"/>
                    <a:pt x="44444" y="57777"/>
                  </a:cubicBezTo>
                  <a:cubicBezTo>
                    <a:pt x="44444" y="57777"/>
                    <a:pt x="44444" y="57777"/>
                    <a:pt x="44444" y="57777"/>
                  </a:cubicBezTo>
                  <a:cubicBezTo>
                    <a:pt x="44444" y="57777"/>
                    <a:pt x="44444" y="57777"/>
                    <a:pt x="44444" y="57777"/>
                  </a:cubicBezTo>
                  <a:cubicBezTo>
                    <a:pt x="44444" y="57777"/>
                    <a:pt x="44444" y="57777"/>
                    <a:pt x="44444" y="57777"/>
                  </a:cubicBezTo>
                  <a:cubicBezTo>
                    <a:pt x="44444" y="57777"/>
                    <a:pt x="44444" y="57777"/>
                    <a:pt x="44444" y="57777"/>
                  </a:cubicBezTo>
                  <a:cubicBezTo>
                    <a:pt x="44444" y="57777"/>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48888"/>
                    <a:pt x="48888" y="48888"/>
                    <a:pt x="48888" y="48888"/>
                  </a:cubicBezTo>
                  <a:cubicBezTo>
                    <a:pt x="48888" y="48888"/>
                    <a:pt x="48888" y="48888"/>
                    <a:pt x="48888" y="48888"/>
                  </a:cubicBezTo>
                  <a:cubicBezTo>
                    <a:pt x="48888" y="48888"/>
                    <a:pt x="48888" y="48888"/>
                    <a:pt x="48888" y="48888"/>
                  </a:cubicBezTo>
                  <a:cubicBezTo>
                    <a:pt x="48888" y="48888"/>
                    <a:pt x="48888" y="48888"/>
                    <a:pt x="48888" y="48888"/>
                  </a:cubicBezTo>
                  <a:cubicBezTo>
                    <a:pt x="48888" y="48888"/>
                    <a:pt x="48888" y="48888"/>
                    <a:pt x="48888" y="48888"/>
                  </a:cubicBezTo>
                  <a:cubicBezTo>
                    <a:pt x="48888" y="48888"/>
                    <a:pt x="48888" y="48888"/>
                    <a:pt x="48888" y="48888"/>
                  </a:cubicBezTo>
                  <a:cubicBezTo>
                    <a:pt x="48888" y="48888"/>
                    <a:pt x="48888" y="48888"/>
                    <a:pt x="48888" y="48888"/>
                  </a:cubicBezTo>
                  <a:cubicBezTo>
                    <a:pt x="48888" y="48888"/>
                    <a:pt x="53333" y="48888"/>
                    <a:pt x="53333" y="44444"/>
                  </a:cubicBezTo>
                  <a:cubicBezTo>
                    <a:pt x="53333" y="44444"/>
                    <a:pt x="53333" y="44444"/>
                    <a:pt x="53333" y="44444"/>
                  </a:cubicBezTo>
                  <a:cubicBezTo>
                    <a:pt x="53333" y="44444"/>
                    <a:pt x="53333" y="44444"/>
                    <a:pt x="53333" y="44444"/>
                  </a:cubicBezTo>
                  <a:cubicBezTo>
                    <a:pt x="53333" y="44444"/>
                    <a:pt x="53333" y="44444"/>
                    <a:pt x="53333" y="44444"/>
                  </a:cubicBezTo>
                  <a:cubicBezTo>
                    <a:pt x="53333" y="44444"/>
                    <a:pt x="53333"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62222" y="44444"/>
                    <a:pt x="62222" y="44444"/>
                    <a:pt x="62222" y="44444"/>
                  </a:cubicBezTo>
                  <a:cubicBezTo>
                    <a:pt x="62222" y="44444"/>
                    <a:pt x="62222" y="44444"/>
                    <a:pt x="62222" y="44444"/>
                  </a:cubicBezTo>
                  <a:cubicBezTo>
                    <a:pt x="62222" y="44444"/>
                    <a:pt x="62222" y="44444"/>
                    <a:pt x="62222" y="44444"/>
                  </a:cubicBezTo>
                  <a:cubicBezTo>
                    <a:pt x="62222" y="44444"/>
                    <a:pt x="62222" y="44444"/>
                    <a:pt x="62222" y="44444"/>
                  </a:cubicBezTo>
                  <a:cubicBezTo>
                    <a:pt x="62222" y="44444"/>
                    <a:pt x="62222" y="44444"/>
                    <a:pt x="62222" y="44444"/>
                  </a:cubicBezTo>
                  <a:cubicBezTo>
                    <a:pt x="62222" y="44444"/>
                    <a:pt x="62222" y="44444"/>
                    <a:pt x="62222" y="44444"/>
                  </a:cubicBezTo>
                  <a:cubicBezTo>
                    <a:pt x="66666" y="44444"/>
                    <a:pt x="66666" y="44444"/>
                    <a:pt x="66666" y="44444"/>
                  </a:cubicBezTo>
                  <a:cubicBezTo>
                    <a:pt x="66666" y="44444"/>
                    <a:pt x="66666" y="44444"/>
                    <a:pt x="66666" y="44444"/>
                  </a:cubicBezTo>
                  <a:cubicBezTo>
                    <a:pt x="66666" y="44444"/>
                    <a:pt x="66666" y="44444"/>
                    <a:pt x="66666" y="44444"/>
                  </a:cubicBezTo>
                  <a:cubicBezTo>
                    <a:pt x="66666" y="44444"/>
                    <a:pt x="66666" y="44444"/>
                    <a:pt x="66666" y="44444"/>
                  </a:cubicBezTo>
                  <a:cubicBezTo>
                    <a:pt x="66666" y="44444"/>
                    <a:pt x="66666" y="44444"/>
                    <a:pt x="66666" y="44444"/>
                  </a:cubicBezTo>
                  <a:cubicBezTo>
                    <a:pt x="66666" y="44444"/>
                    <a:pt x="66666" y="44444"/>
                    <a:pt x="66666" y="44444"/>
                  </a:cubicBezTo>
                  <a:close/>
                </a:path>
              </a:pathLst>
            </a:custGeom>
            <a:solidFill>
              <a:schemeClr val="dk2"/>
            </a:solidFill>
            <a:ln>
              <a:noFill/>
            </a:ln>
          </p:spPr>
          <p:txBody>
            <a:bodyPr lIns="121900" tIns="60933" rIns="121900" bIns="60933" anchor="t" anchorCtr="0">
              <a:noAutofit/>
            </a:bodyPr>
            <a:lstStyle/>
            <a:p>
              <a:pPr>
                <a:buClr>
                  <a:srgbClr val="1AAAF8"/>
                </a:buClr>
              </a:pPr>
              <a:endParaRPr sz="2400">
                <a:solidFill>
                  <a:srgbClr val="FFFFFF"/>
                </a:solidFill>
                <a:latin typeface="Comfortaa"/>
                <a:ea typeface="Comfortaa"/>
                <a:cs typeface="Comfortaa"/>
                <a:sym typeface="Comfortaa"/>
              </a:endParaRPr>
            </a:p>
          </p:txBody>
        </p:sp>
      </p:grpSp>
      <p:grpSp>
        <p:nvGrpSpPr>
          <p:cNvPr id="1143" name="Shape 1143"/>
          <p:cNvGrpSpPr/>
          <p:nvPr/>
        </p:nvGrpSpPr>
        <p:grpSpPr>
          <a:xfrm>
            <a:off x="5621303" y="2190502"/>
            <a:ext cx="563853" cy="537935"/>
            <a:chOff x="2114360" y="3051161"/>
            <a:chExt cx="704816" cy="672419"/>
          </a:xfrm>
        </p:grpSpPr>
        <p:sp>
          <p:nvSpPr>
            <p:cNvPr id="1144" name="Shape 1144"/>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91400" tIns="45700" rIns="91400" bIns="45700" anchor="ctr" anchorCtr="0">
              <a:noAutofit/>
            </a:bodyPr>
            <a:lstStyle/>
            <a:p>
              <a:pPr algn="ctr">
                <a:buClr>
                  <a:srgbClr val="000000"/>
                </a:buClr>
              </a:pPr>
              <a:endParaRPr sz="1400">
                <a:solidFill>
                  <a:srgbClr val="FFFFFF"/>
                </a:solidFill>
                <a:latin typeface="Comfortaa"/>
                <a:ea typeface="Comfortaa"/>
                <a:cs typeface="Comfortaa"/>
                <a:sym typeface="Comfortaa"/>
              </a:endParaRPr>
            </a:p>
          </p:txBody>
        </p:sp>
        <p:grpSp>
          <p:nvGrpSpPr>
            <p:cNvPr id="1145" name="Shape 1145"/>
            <p:cNvGrpSpPr/>
            <p:nvPr/>
          </p:nvGrpSpPr>
          <p:grpSpPr>
            <a:xfrm>
              <a:off x="2114360" y="3444417"/>
              <a:ext cx="279161" cy="279162"/>
              <a:chOff x="-4901926" y="-20638"/>
              <a:chExt cx="442912" cy="442912"/>
            </a:xfrm>
          </p:grpSpPr>
          <p:sp>
            <p:nvSpPr>
              <p:cNvPr id="1146" name="Shape 1146"/>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47" name="Shape 1147"/>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48" name="Shape 1148"/>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49" name="Shape 1149"/>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50" name="Shape 1150"/>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51" name="Shape 1151"/>
            <p:cNvGrpSpPr/>
            <p:nvPr/>
          </p:nvGrpSpPr>
          <p:grpSpPr>
            <a:xfrm>
              <a:off x="2540014" y="3433349"/>
              <a:ext cx="279161" cy="279162"/>
              <a:chOff x="-4901926" y="-20638"/>
              <a:chExt cx="442912" cy="442912"/>
            </a:xfrm>
          </p:grpSpPr>
          <p:sp>
            <p:nvSpPr>
              <p:cNvPr id="1152" name="Shape 1152"/>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53" name="Shape 1153"/>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54" name="Shape 1154"/>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55" name="Shape 1155"/>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56" name="Shape 1156"/>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57" name="Shape 1157"/>
            <p:cNvGrpSpPr/>
            <p:nvPr/>
          </p:nvGrpSpPr>
          <p:grpSpPr>
            <a:xfrm>
              <a:off x="2338080" y="3051161"/>
              <a:ext cx="279161" cy="279162"/>
              <a:chOff x="-4901926" y="-20638"/>
              <a:chExt cx="442912" cy="442912"/>
            </a:xfrm>
          </p:grpSpPr>
          <p:sp>
            <p:nvSpPr>
              <p:cNvPr id="1158" name="Shape 1158"/>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59" name="Shape 1159"/>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60" name="Shape 1160"/>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61" name="Shape 1161"/>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62" name="Shape 1162"/>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163" name="Shape 1163"/>
          <p:cNvGrpSpPr/>
          <p:nvPr/>
        </p:nvGrpSpPr>
        <p:grpSpPr>
          <a:xfrm>
            <a:off x="6323060" y="2498824"/>
            <a:ext cx="223328" cy="223328"/>
            <a:chOff x="-4901926" y="-20638"/>
            <a:chExt cx="442912" cy="442912"/>
          </a:xfrm>
        </p:grpSpPr>
        <p:sp>
          <p:nvSpPr>
            <p:cNvPr id="1164" name="Shape 1164"/>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65" name="Shape 1165"/>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66" name="Shape 1166"/>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67" name="Shape 1167"/>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68" name="Shape 1168"/>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1169" name="Shape 1169"/>
          <p:cNvGrpSpPr/>
          <p:nvPr/>
        </p:nvGrpSpPr>
        <p:grpSpPr>
          <a:xfrm>
            <a:off x="8227494" y="4407657"/>
            <a:ext cx="563853" cy="537935"/>
            <a:chOff x="2114360" y="3051161"/>
            <a:chExt cx="704816" cy="672419"/>
          </a:xfrm>
        </p:grpSpPr>
        <p:sp>
          <p:nvSpPr>
            <p:cNvPr id="1170" name="Shape 1170"/>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91400" tIns="45700" rIns="91400" bIns="45700" anchor="ctr" anchorCtr="0">
              <a:noAutofit/>
            </a:bodyPr>
            <a:lstStyle/>
            <a:p>
              <a:pPr algn="ctr">
                <a:buClr>
                  <a:srgbClr val="000000"/>
                </a:buClr>
              </a:pPr>
              <a:endParaRPr sz="1400">
                <a:solidFill>
                  <a:srgbClr val="FFFFFF"/>
                </a:solidFill>
                <a:latin typeface="Comfortaa"/>
                <a:ea typeface="Comfortaa"/>
                <a:cs typeface="Comfortaa"/>
                <a:sym typeface="Comfortaa"/>
              </a:endParaRPr>
            </a:p>
          </p:txBody>
        </p:sp>
        <p:grpSp>
          <p:nvGrpSpPr>
            <p:cNvPr id="1171" name="Shape 1171"/>
            <p:cNvGrpSpPr/>
            <p:nvPr/>
          </p:nvGrpSpPr>
          <p:grpSpPr>
            <a:xfrm>
              <a:off x="2114360" y="3444417"/>
              <a:ext cx="279161" cy="279162"/>
              <a:chOff x="-4901926" y="-20638"/>
              <a:chExt cx="442912" cy="442912"/>
            </a:xfrm>
          </p:grpSpPr>
          <p:sp>
            <p:nvSpPr>
              <p:cNvPr id="1172" name="Shape 1172"/>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73" name="Shape 1173"/>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74" name="Shape 1174"/>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75" name="Shape 1175"/>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76" name="Shape 1176"/>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77" name="Shape 1177"/>
            <p:cNvGrpSpPr/>
            <p:nvPr/>
          </p:nvGrpSpPr>
          <p:grpSpPr>
            <a:xfrm>
              <a:off x="2540014" y="3433349"/>
              <a:ext cx="279161" cy="279162"/>
              <a:chOff x="-4901926" y="-20638"/>
              <a:chExt cx="442912" cy="442912"/>
            </a:xfrm>
          </p:grpSpPr>
          <p:sp>
            <p:nvSpPr>
              <p:cNvPr id="1178" name="Shape 1178"/>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79" name="Shape 1179"/>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0" name="Shape 1180"/>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1" name="Shape 1181"/>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2" name="Shape 1182"/>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83" name="Shape 1183"/>
            <p:cNvGrpSpPr/>
            <p:nvPr/>
          </p:nvGrpSpPr>
          <p:grpSpPr>
            <a:xfrm>
              <a:off x="2338080" y="3051161"/>
              <a:ext cx="279161" cy="279162"/>
              <a:chOff x="-4901926" y="-20638"/>
              <a:chExt cx="442912" cy="442912"/>
            </a:xfrm>
          </p:grpSpPr>
          <p:sp>
            <p:nvSpPr>
              <p:cNvPr id="1184" name="Shape 1184"/>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85" name="Shape 1185"/>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6" name="Shape 1186"/>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7" name="Shape 1187"/>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8" name="Shape 1188"/>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189" name="Shape 1189"/>
          <p:cNvGrpSpPr/>
          <p:nvPr/>
        </p:nvGrpSpPr>
        <p:grpSpPr>
          <a:xfrm>
            <a:off x="8929251" y="4715983"/>
            <a:ext cx="223328" cy="223328"/>
            <a:chOff x="-4901926" y="-20638"/>
            <a:chExt cx="442912" cy="442912"/>
          </a:xfrm>
        </p:grpSpPr>
        <p:sp>
          <p:nvSpPr>
            <p:cNvPr id="1190" name="Shape 1190"/>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91" name="Shape 1191"/>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92" name="Shape 1192"/>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93" name="Shape 1193"/>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94" name="Shape 1194"/>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1195" name="Shape 1195"/>
          <p:cNvGrpSpPr/>
          <p:nvPr/>
        </p:nvGrpSpPr>
        <p:grpSpPr>
          <a:xfrm>
            <a:off x="10334644" y="4406323"/>
            <a:ext cx="563853" cy="537935"/>
            <a:chOff x="2114360" y="3051161"/>
            <a:chExt cx="704816" cy="672419"/>
          </a:xfrm>
        </p:grpSpPr>
        <p:sp>
          <p:nvSpPr>
            <p:cNvPr id="1196" name="Shape 1196"/>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91400" tIns="45700" rIns="91400" bIns="45700" anchor="ctr" anchorCtr="0">
              <a:noAutofit/>
            </a:bodyPr>
            <a:lstStyle/>
            <a:p>
              <a:pPr algn="ctr">
                <a:buClr>
                  <a:srgbClr val="000000"/>
                </a:buClr>
              </a:pPr>
              <a:endParaRPr sz="1400">
                <a:solidFill>
                  <a:srgbClr val="FFFFFF"/>
                </a:solidFill>
                <a:latin typeface="Comfortaa"/>
                <a:ea typeface="Comfortaa"/>
                <a:cs typeface="Comfortaa"/>
                <a:sym typeface="Comfortaa"/>
              </a:endParaRPr>
            </a:p>
          </p:txBody>
        </p:sp>
        <p:grpSp>
          <p:nvGrpSpPr>
            <p:cNvPr id="1197" name="Shape 1197"/>
            <p:cNvGrpSpPr/>
            <p:nvPr/>
          </p:nvGrpSpPr>
          <p:grpSpPr>
            <a:xfrm>
              <a:off x="2114360" y="3444417"/>
              <a:ext cx="279161" cy="279162"/>
              <a:chOff x="-4901926" y="-20638"/>
              <a:chExt cx="442912" cy="442912"/>
            </a:xfrm>
          </p:grpSpPr>
          <p:sp>
            <p:nvSpPr>
              <p:cNvPr id="1198" name="Shape 1198"/>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199" name="Shape 1199"/>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0" name="Shape 1200"/>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1" name="Shape 1201"/>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2" name="Shape 1202"/>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203" name="Shape 1203"/>
            <p:cNvGrpSpPr/>
            <p:nvPr/>
          </p:nvGrpSpPr>
          <p:grpSpPr>
            <a:xfrm>
              <a:off x="2540014" y="3433349"/>
              <a:ext cx="279161" cy="279162"/>
              <a:chOff x="-4901926" y="-20638"/>
              <a:chExt cx="442912" cy="442912"/>
            </a:xfrm>
          </p:grpSpPr>
          <p:sp>
            <p:nvSpPr>
              <p:cNvPr id="1204" name="Shape 1204"/>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205" name="Shape 1205"/>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6" name="Shape 1206"/>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7" name="Shape 1207"/>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8" name="Shape 1208"/>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209" name="Shape 1209"/>
            <p:cNvGrpSpPr/>
            <p:nvPr/>
          </p:nvGrpSpPr>
          <p:grpSpPr>
            <a:xfrm>
              <a:off x="2338080" y="3051161"/>
              <a:ext cx="279161" cy="279162"/>
              <a:chOff x="-4901926" y="-20638"/>
              <a:chExt cx="442912" cy="442912"/>
            </a:xfrm>
          </p:grpSpPr>
          <p:sp>
            <p:nvSpPr>
              <p:cNvPr id="1210" name="Shape 1210"/>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211" name="Shape 1211"/>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12" name="Shape 1212"/>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13" name="Shape 1213"/>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14" name="Shape 1214"/>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215" name="Shape 1215"/>
          <p:cNvGrpSpPr/>
          <p:nvPr/>
        </p:nvGrpSpPr>
        <p:grpSpPr>
          <a:xfrm>
            <a:off x="11036399" y="4714649"/>
            <a:ext cx="223328" cy="223328"/>
            <a:chOff x="-4901926" y="-20638"/>
            <a:chExt cx="442912" cy="442912"/>
          </a:xfrm>
        </p:grpSpPr>
        <p:sp>
          <p:nvSpPr>
            <p:cNvPr id="1216" name="Shape 1216"/>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91433" tIns="45700" rIns="91433" bIns="45700" anchor="t" anchorCtr="0">
              <a:noAutofit/>
            </a:bodyPr>
            <a:lstStyle/>
            <a:p>
              <a:pPr>
                <a:buClr>
                  <a:srgbClr val="000000"/>
                </a:buClr>
              </a:pPr>
              <a:endParaRPr sz="1400">
                <a:solidFill>
                  <a:srgbClr val="000000"/>
                </a:solidFill>
                <a:latin typeface="Arial"/>
                <a:ea typeface="Arial"/>
                <a:cs typeface="Arial"/>
                <a:sym typeface="Arial"/>
              </a:endParaRPr>
            </a:p>
          </p:txBody>
        </p:sp>
        <p:cxnSp>
          <p:nvCxnSpPr>
            <p:cNvPr id="1217" name="Shape 1217"/>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218" name="Shape 1218"/>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219" name="Shape 1219"/>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220" name="Shape 1220"/>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cxnSp>
        <p:nvCxnSpPr>
          <p:cNvPr id="1221" name="Shape 1221"/>
          <p:cNvCxnSpPr/>
          <p:nvPr/>
        </p:nvCxnSpPr>
        <p:spPr>
          <a:xfrm flipH="1">
            <a:off x="9349504" y="5601559"/>
            <a:ext cx="1371600" cy="4964"/>
          </a:xfrm>
          <a:prstGeom prst="straightConnector1">
            <a:avLst/>
          </a:prstGeom>
          <a:noFill/>
          <a:ln w="19050" cap="flat" cmpd="sng">
            <a:solidFill>
              <a:srgbClr val="A9B4BC"/>
            </a:solidFill>
            <a:prstDash val="solid"/>
            <a:round/>
            <a:headEnd type="triangle" w="lg" len="lg"/>
            <a:tailEnd type="triangle" w="lg" len="lg"/>
          </a:ln>
        </p:spPr>
      </p:cxnSp>
      <p:grpSp>
        <p:nvGrpSpPr>
          <p:cNvPr id="1222" name="Shape 1222"/>
          <p:cNvGrpSpPr/>
          <p:nvPr/>
        </p:nvGrpSpPr>
        <p:grpSpPr>
          <a:xfrm>
            <a:off x="10793137" y="5389567"/>
            <a:ext cx="599031" cy="385872"/>
            <a:chOff x="10357571" y="5131903"/>
            <a:chExt cx="944705" cy="608541"/>
          </a:xfrm>
        </p:grpSpPr>
        <p:sp>
          <p:nvSpPr>
            <p:cNvPr id="1223" name="Shape 1223"/>
            <p:cNvSpPr/>
            <p:nvPr/>
          </p:nvSpPr>
          <p:spPr>
            <a:xfrm>
              <a:off x="10357571" y="5131903"/>
              <a:ext cx="944705" cy="608541"/>
            </a:xfrm>
            <a:custGeom>
              <a:avLst/>
              <a:gdLst/>
              <a:ahLst/>
              <a:cxnLst/>
              <a:rect l="0" t="0" r="0" b="0"/>
              <a:pathLst>
                <a:path w="120000" h="120000" extrusionOk="0">
                  <a:moveTo>
                    <a:pt x="67475" y="120000"/>
                  </a:moveTo>
                  <a:lnTo>
                    <a:pt x="67475" y="120000"/>
                  </a:lnTo>
                  <a:lnTo>
                    <a:pt x="64875" y="119797"/>
                  </a:lnTo>
                  <a:lnTo>
                    <a:pt x="62405" y="119189"/>
                  </a:lnTo>
                  <a:lnTo>
                    <a:pt x="60065" y="118378"/>
                  </a:lnTo>
                  <a:lnTo>
                    <a:pt x="57984" y="117364"/>
                  </a:lnTo>
                  <a:lnTo>
                    <a:pt x="56034" y="116148"/>
                  </a:lnTo>
                  <a:lnTo>
                    <a:pt x="54344" y="114932"/>
                  </a:lnTo>
                  <a:lnTo>
                    <a:pt x="51614" y="112500"/>
                  </a:lnTo>
                  <a:lnTo>
                    <a:pt x="51614" y="112500"/>
                  </a:lnTo>
                  <a:lnTo>
                    <a:pt x="50314" y="113716"/>
                  </a:lnTo>
                  <a:lnTo>
                    <a:pt x="49144" y="114932"/>
                  </a:lnTo>
                  <a:lnTo>
                    <a:pt x="47713" y="115945"/>
                  </a:lnTo>
                  <a:lnTo>
                    <a:pt x="46413" y="116554"/>
                  </a:lnTo>
                  <a:lnTo>
                    <a:pt x="44983" y="117364"/>
                  </a:lnTo>
                  <a:lnTo>
                    <a:pt x="43423" y="117770"/>
                  </a:lnTo>
                  <a:lnTo>
                    <a:pt x="41993" y="118175"/>
                  </a:lnTo>
                  <a:lnTo>
                    <a:pt x="40563" y="118378"/>
                  </a:lnTo>
                  <a:lnTo>
                    <a:pt x="40563" y="118378"/>
                  </a:lnTo>
                  <a:lnTo>
                    <a:pt x="38873" y="118175"/>
                  </a:lnTo>
                  <a:lnTo>
                    <a:pt x="37183" y="117770"/>
                  </a:lnTo>
                  <a:lnTo>
                    <a:pt x="35622" y="117364"/>
                  </a:lnTo>
                  <a:lnTo>
                    <a:pt x="34062" y="116351"/>
                  </a:lnTo>
                  <a:lnTo>
                    <a:pt x="32502" y="115540"/>
                  </a:lnTo>
                  <a:lnTo>
                    <a:pt x="31072" y="114324"/>
                  </a:lnTo>
                  <a:lnTo>
                    <a:pt x="29772" y="113108"/>
                  </a:lnTo>
                  <a:lnTo>
                    <a:pt x="28472" y="111283"/>
                  </a:lnTo>
                  <a:lnTo>
                    <a:pt x="28472" y="111283"/>
                  </a:lnTo>
                  <a:lnTo>
                    <a:pt x="26002" y="112094"/>
                  </a:lnTo>
                  <a:lnTo>
                    <a:pt x="23661" y="112094"/>
                  </a:lnTo>
                  <a:lnTo>
                    <a:pt x="23661" y="112094"/>
                  </a:lnTo>
                  <a:lnTo>
                    <a:pt x="21321" y="112094"/>
                  </a:lnTo>
                  <a:lnTo>
                    <a:pt x="18981" y="111283"/>
                  </a:lnTo>
                  <a:lnTo>
                    <a:pt x="16641" y="110472"/>
                  </a:lnTo>
                  <a:lnTo>
                    <a:pt x="14431" y="109256"/>
                  </a:lnTo>
                  <a:lnTo>
                    <a:pt x="12351" y="107837"/>
                  </a:lnTo>
                  <a:lnTo>
                    <a:pt x="10530" y="105810"/>
                  </a:lnTo>
                  <a:lnTo>
                    <a:pt x="8580" y="103581"/>
                  </a:lnTo>
                  <a:lnTo>
                    <a:pt x="6890" y="101351"/>
                  </a:lnTo>
                  <a:lnTo>
                    <a:pt x="5330" y="98716"/>
                  </a:lnTo>
                  <a:lnTo>
                    <a:pt x="4030" y="95675"/>
                  </a:lnTo>
                  <a:lnTo>
                    <a:pt x="2990" y="92837"/>
                  </a:lnTo>
                  <a:lnTo>
                    <a:pt x="1820" y="89594"/>
                  </a:lnTo>
                  <a:lnTo>
                    <a:pt x="1040" y="86148"/>
                  </a:lnTo>
                  <a:lnTo>
                    <a:pt x="520" y="82500"/>
                  </a:lnTo>
                  <a:lnTo>
                    <a:pt x="130" y="79054"/>
                  </a:lnTo>
                  <a:lnTo>
                    <a:pt x="0" y="75405"/>
                  </a:lnTo>
                  <a:lnTo>
                    <a:pt x="0" y="75405"/>
                  </a:lnTo>
                  <a:lnTo>
                    <a:pt x="0" y="72162"/>
                  </a:lnTo>
                  <a:lnTo>
                    <a:pt x="260" y="69527"/>
                  </a:lnTo>
                  <a:lnTo>
                    <a:pt x="650" y="66689"/>
                  </a:lnTo>
                  <a:lnTo>
                    <a:pt x="1040" y="64054"/>
                  </a:lnTo>
                  <a:lnTo>
                    <a:pt x="1690" y="61418"/>
                  </a:lnTo>
                  <a:lnTo>
                    <a:pt x="2470" y="58783"/>
                  </a:lnTo>
                  <a:lnTo>
                    <a:pt x="3380" y="56351"/>
                  </a:lnTo>
                  <a:lnTo>
                    <a:pt x="4290" y="53918"/>
                  </a:lnTo>
                  <a:lnTo>
                    <a:pt x="5330" y="51891"/>
                  </a:lnTo>
                  <a:lnTo>
                    <a:pt x="6630" y="49662"/>
                  </a:lnTo>
                  <a:lnTo>
                    <a:pt x="7800" y="47837"/>
                  </a:lnTo>
                  <a:lnTo>
                    <a:pt x="9230" y="45810"/>
                  </a:lnTo>
                  <a:lnTo>
                    <a:pt x="10790" y="44391"/>
                  </a:lnTo>
                  <a:lnTo>
                    <a:pt x="12351" y="42972"/>
                  </a:lnTo>
                  <a:lnTo>
                    <a:pt x="14041" y="41554"/>
                  </a:lnTo>
                  <a:lnTo>
                    <a:pt x="15731" y="40540"/>
                  </a:lnTo>
                  <a:lnTo>
                    <a:pt x="15731" y="40540"/>
                  </a:lnTo>
                  <a:lnTo>
                    <a:pt x="16381" y="38108"/>
                  </a:lnTo>
                  <a:lnTo>
                    <a:pt x="17161" y="35675"/>
                  </a:lnTo>
                  <a:lnTo>
                    <a:pt x="18071" y="33445"/>
                  </a:lnTo>
                  <a:lnTo>
                    <a:pt x="18981" y="31418"/>
                  </a:lnTo>
                  <a:lnTo>
                    <a:pt x="20021" y="29189"/>
                  </a:lnTo>
                  <a:lnTo>
                    <a:pt x="21061" y="27567"/>
                  </a:lnTo>
                  <a:lnTo>
                    <a:pt x="22361" y="25743"/>
                  </a:lnTo>
                  <a:lnTo>
                    <a:pt x="23661" y="24324"/>
                  </a:lnTo>
                  <a:lnTo>
                    <a:pt x="25092" y="22702"/>
                  </a:lnTo>
                  <a:lnTo>
                    <a:pt x="26652" y="21689"/>
                  </a:lnTo>
                  <a:lnTo>
                    <a:pt x="28082" y="20472"/>
                  </a:lnTo>
                  <a:lnTo>
                    <a:pt x="29772" y="19662"/>
                  </a:lnTo>
                  <a:lnTo>
                    <a:pt x="31332" y="19054"/>
                  </a:lnTo>
                  <a:lnTo>
                    <a:pt x="33022" y="18445"/>
                  </a:lnTo>
                  <a:lnTo>
                    <a:pt x="34712" y="18040"/>
                  </a:lnTo>
                  <a:lnTo>
                    <a:pt x="36403" y="18040"/>
                  </a:lnTo>
                  <a:lnTo>
                    <a:pt x="36403" y="18040"/>
                  </a:lnTo>
                  <a:lnTo>
                    <a:pt x="38093" y="18040"/>
                  </a:lnTo>
                  <a:lnTo>
                    <a:pt x="39913" y="18445"/>
                  </a:lnTo>
                  <a:lnTo>
                    <a:pt x="39913" y="18445"/>
                  </a:lnTo>
                  <a:lnTo>
                    <a:pt x="40823" y="16418"/>
                  </a:lnTo>
                  <a:lnTo>
                    <a:pt x="41863" y="14391"/>
                  </a:lnTo>
                  <a:lnTo>
                    <a:pt x="43033" y="12567"/>
                  </a:lnTo>
                  <a:lnTo>
                    <a:pt x="44203" y="10743"/>
                  </a:lnTo>
                  <a:lnTo>
                    <a:pt x="45503" y="9121"/>
                  </a:lnTo>
                  <a:lnTo>
                    <a:pt x="46803" y="7702"/>
                  </a:lnTo>
                  <a:lnTo>
                    <a:pt x="48234" y="6283"/>
                  </a:lnTo>
                  <a:lnTo>
                    <a:pt x="49664" y="5067"/>
                  </a:lnTo>
                  <a:lnTo>
                    <a:pt x="50964" y="3851"/>
                  </a:lnTo>
                  <a:lnTo>
                    <a:pt x="52524" y="2837"/>
                  </a:lnTo>
                  <a:lnTo>
                    <a:pt x="54084" y="2229"/>
                  </a:lnTo>
                  <a:lnTo>
                    <a:pt x="55644" y="1418"/>
                  </a:lnTo>
                  <a:lnTo>
                    <a:pt x="57334" y="810"/>
                  </a:lnTo>
                  <a:lnTo>
                    <a:pt x="58894" y="405"/>
                  </a:lnTo>
                  <a:lnTo>
                    <a:pt x="60585" y="202"/>
                  </a:lnTo>
                  <a:lnTo>
                    <a:pt x="62275" y="0"/>
                  </a:lnTo>
                  <a:lnTo>
                    <a:pt x="62275" y="0"/>
                  </a:lnTo>
                  <a:lnTo>
                    <a:pt x="64485" y="202"/>
                  </a:lnTo>
                  <a:lnTo>
                    <a:pt x="66825" y="810"/>
                  </a:lnTo>
                  <a:lnTo>
                    <a:pt x="69035" y="1418"/>
                  </a:lnTo>
                  <a:lnTo>
                    <a:pt x="71115" y="2432"/>
                  </a:lnTo>
                  <a:lnTo>
                    <a:pt x="73326" y="3851"/>
                  </a:lnTo>
                  <a:lnTo>
                    <a:pt x="75276" y="5270"/>
                  </a:lnTo>
                  <a:lnTo>
                    <a:pt x="77226" y="7297"/>
                  </a:lnTo>
                  <a:lnTo>
                    <a:pt x="79046" y="9121"/>
                  </a:lnTo>
                  <a:lnTo>
                    <a:pt x="80736" y="11351"/>
                  </a:lnTo>
                  <a:lnTo>
                    <a:pt x="82296" y="13986"/>
                  </a:lnTo>
                  <a:lnTo>
                    <a:pt x="83596" y="16621"/>
                  </a:lnTo>
                  <a:lnTo>
                    <a:pt x="85027" y="19459"/>
                  </a:lnTo>
                  <a:lnTo>
                    <a:pt x="86067" y="22297"/>
                  </a:lnTo>
                  <a:lnTo>
                    <a:pt x="86977" y="25540"/>
                  </a:lnTo>
                  <a:lnTo>
                    <a:pt x="88017" y="28783"/>
                  </a:lnTo>
                  <a:lnTo>
                    <a:pt x="88537" y="32432"/>
                  </a:lnTo>
                  <a:lnTo>
                    <a:pt x="88537" y="32432"/>
                  </a:lnTo>
                  <a:lnTo>
                    <a:pt x="90227" y="32635"/>
                  </a:lnTo>
                  <a:lnTo>
                    <a:pt x="91917" y="33040"/>
                  </a:lnTo>
                  <a:lnTo>
                    <a:pt x="93607" y="34054"/>
                  </a:lnTo>
                  <a:lnTo>
                    <a:pt x="95167" y="35067"/>
                  </a:lnTo>
                  <a:lnTo>
                    <a:pt x="96728" y="36081"/>
                  </a:lnTo>
                  <a:lnTo>
                    <a:pt x="98288" y="37500"/>
                  </a:lnTo>
                  <a:lnTo>
                    <a:pt x="99718" y="38918"/>
                  </a:lnTo>
                  <a:lnTo>
                    <a:pt x="101018" y="40540"/>
                  </a:lnTo>
                  <a:lnTo>
                    <a:pt x="102318" y="42162"/>
                  </a:lnTo>
                  <a:lnTo>
                    <a:pt x="103358" y="44189"/>
                  </a:lnTo>
                  <a:lnTo>
                    <a:pt x="104398" y="46418"/>
                  </a:lnTo>
                  <a:lnTo>
                    <a:pt x="105568" y="48445"/>
                  </a:lnTo>
                  <a:lnTo>
                    <a:pt x="106348" y="50878"/>
                  </a:lnTo>
                  <a:lnTo>
                    <a:pt x="106998" y="53310"/>
                  </a:lnTo>
                  <a:lnTo>
                    <a:pt x="107648" y="55945"/>
                  </a:lnTo>
                  <a:lnTo>
                    <a:pt x="108169" y="58581"/>
                  </a:lnTo>
                  <a:lnTo>
                    <a:pt x="108169" y="58581"/>
                  </a:lnTo>
                  <a:lnTo>
                    <a:pt x="109339" y="58986"/>
                  </a:lnTo>
                  <a:lnTo>
                    <a:pt x="110639" y="60000"/>
                  </a:lnTo>
                  <a:lnTo>
                    <a:pt x="111809" y="60810"/>
                  </a:lnTo>
                  <a:lnTo>
                    <a:pt x="112849" y="61824"/>
                  </a:lnTo>
                  <a:lnTo>
                    <a:pt x="114019" y="63040"/>
                  </a:lnTo>
                  <a:lnTo>
                    <a:pt x="114929" y="64459"/>
                  </a:lnTo>
                  <a:lnTo>
                    <a:pt x="115839" y="66081"/>
                  </a:lnTo>
                  <a:lnTo>
                    <a:pt x="116749" y="67500"/>
                  </a:lnTo>
                  <a:lnTo>
                    <a:pt x="117399" y="69121"/>
                  </a:lnTo>
                  <a:lnTo>
                    <a:pt x="118179" y="70743"/>
                  </a:lnTo>
                  <a:lnTo>
                    <a:pt x="118569" y="72770"/>
                  </a:lnTo>
                  <a:lnTo>
                    <a:pt x="119089" y="74594"/>
                  </a:lnTo>
                  <a:lnTo>
                    <a:pt x="119479" y="76621"/>
                  </a:lnTo>
                  <a:lnTo>
                    <a:pt x="119869" y="78648"/>
                  </a:lnTo>
                  <a:lnTo>
                    <a:pt x="120000" y="80675"/>
                  </a:lnTo>
                  <a:lnTo>
                    <a:pt x="120000" y="82702"/>
                  </a:lnTo>
                  <a:lnTo>
                    <a:pt x="120000" y="82702"/>
                  </a:lnTo>
                  <a:lnTo>
                    <a:pt x="120000" y="85540"/>
                  </a:lnTo>
                  <a:lnTo>
                    <a:pt x="119739" y="87770"/>
                  </a:lnTo>
                  <a:lnTo>
                    <a:pt x="119349" y="90000"/>
                  </a:lnTo>
                  <a:lnTo>
                    <a:pt x="118959" y="92432"/>
                  </a:lnTo>
                  <a:lnTo>
                    <a:pt x="118309" y="94459"/>
                  </a:lnTo>
                  <a:lnTo>
                    <a:pt x="117529" y="96486"/>
                  </a:lnTo>
                  <a:lnTo>
                    <a:pt x="116619" y="98310"/>
                  </a:lnTo>
                  <a:lnTo>
                    <a:pt x="115709" y="100337"/>
                  </a:lnTo>
                  <a:lnTo>
                    <a:pt x="114669" y="101959"/>
                  </a:lnTo>
                  <a:lnTo>
                    <a:pt x="113499" y="103378"/>
                  </a:lnTo>
                  <a:lnTo>
                    <a:pt x="112329" y="104594"/>
                  </a:lnTo>
                  <a:lnTo>
                    <a:pt x="110899" y="105810"/>
                  </a:lnTo>
                  <a:lnTo>
                    <a:pt x="109469" y="106824"/>
                  </a:lnTo>
                  <a:lnTo>
                    <a:pt x="108169" y="107432"/>
                  </a:lnTo>
                  <a:lnTo>
                    <a:pt x="106608" y="108040"/>
                  </a:lnTo>
                  <a:lnTo>
                    <a:pt x="105048" y="108243"/>
                  </a:lnTo>
                  <a:lnTo>
                    <a:pt x="105048" y="108243"/>
                  </a:lnTo>
                  <a:lnTo>
                    <a:pt x="86067" y="108243"/>
                  </a:lnTo>
                  <a:lnTo>
                    <a:pt x="86067" y="108243"/>
                  </a:lnTo>
                  <a:lnTo>
                    <a:pt x="83986" y="111081"/>
                  </a:lnTo>
                  <a:lnTo>
                    <a:pt x="81776" y="113513"/>
                  </a:lnTo>
                  <a:lnTo>
                    <a:pt x="79436" y="115540"/>
                  </a:lnTo>
                  <a:lnTo>
                    <a:pt x="77226" y="117162"/>
                  </a:lnTo>
                  <a:lnTo>
                    <a:pt x="74886" y="118378"/>
                  </a:lnTo>
                  <a:lnTo>
                    <a:pt x="72416" y="119189"/>
                  </a:lnTo>
                  <a:lnTo>
                    <a:pt x="69945" y="119797"/>
                  </a:lnTo>
                  <a:lnTo>
                    <a:pt x="67475" y="120000"/>
                  </a:lnTo>
                  <a:lnTo>
                    <a:pt x="67475" y="120000"/>
                  </a:lnTo>
                  <a:close/>
                  <a:moveTo>
                    <a:pt x="51484" y="101756"/>
                  </a:moveTo>
                  <a:lnTo>
                    <a:pt x="53174" y="104189"/>
                  </a:lnTo>
                  <a:lnTo>
                    <a:pt x="53174" y="104189"/>
                  </a:lnTo>
                  <a:lnTo>
                    <a:pt x="54344" y="105608"/>
                  </a:lnTo>
                  <a:lnTo>
                    <a:pt x="55904" y="106824"/>
                  </a:lnTo>
                  <a:lnTo>
                    <a:pt x="57464" y="108243"/>
                  </a:lnTo>
                  <a:lnTo>
                    <a:pt x="59154" y="109459"/>
                  </a:lnTo>
                  <a:lnTo>
                    <a:pt x="61105" y="110472"/>
                  </a:lnTo>
                  <a:lnTo>
                    <a:pt x="63185" y="111081"/>
                  </a:lnTo>
                  <a:lnTo>
                    <a:pt x="65265" y="111689"/>
                  </a:lnTo>
                  <a:lnTo>
                    <a:pt x="67475" y="111891"/>
                  </a:lnTo>
                  <a:lnTo>
                    <a:pt x="67475" y="111891"/>
                  </a:lnTo>
                  <a:lnTo>
                    <a:pt x="69425" y="111689"/>
                  </a:lnTo>
                  <a:lnTo>
                    <a:pt x="71635" y="111081"/>
                  </a:lnTo>
                  <a:lnTo>
                    <a:pt x="73586" y="110472"/>
                  </a:lnTo>
                  <a:lnTo>
                    <a:pt x="75666" y="109256"/>
                  </a:lnTo>
                  <a:lnTo>
                    <a:pt x="77616" y="107837"/>
                  </a:lnTo>
                  <a:lnTo>
                    <a:pt x="79696" y="105810"/>
                  </a:lnTo>
                  <a:lnTo>
                    <a:pt x="81516" y="103581"/>
                  </a:lnTo>
                  <a:lnTo>
                    <a:pt x="83336" y="101351"/>
                  </a:lnTo>
                  <a:lnTo>
                    <a:pt x="84117" y="100135"/>
                  </a:lnTo>
                  <a:lnTo>
                    <a:pt x="104788" y="100135"/>
                  </a:lnTo>
                  <a:lnTo>
                    <a:pt x="104788" y="100135"/>
                  </a:lnTo>
                  <a:lnTo>
                    <a:pt x="105828" y="100135"/>
                  </a:lnTo>
                  <a:lnTo>
                    <a:pt x="106868" y="99527"/>
                  </a:lnTo>
                  <a:lnTo>
                    <a:pt x="107778" y="99121"/>
                  </a:lnTo>
                  <a:lnTo>
                    <a:pt x="108819" y="98310"/>
                  </a:lnTo>
                  <a:lnTo>
                    <a:pt x="109729" y="97702"/>
                  </a:lnTo>
                  <a:lnTo>
                    <a:pt x="110509" y="96689"/>
                  </a:lnTo>
                  <a:lnTo>
                    <a:pt x="111809" y="94459"/>
                  </a:lnTo>
                  <a:lnTo>
                    <a:pt x="113109" y="92229"/>
                  </a:lnTo>
                  <a:lnTo>
                    <a:pt x="113499" y="90810"/>
                  </a:lnTo>
                  <a:lnTo>
                    <a:pt x="114019" y="89189"/>
                  </a:lnTo>
                  <a:lnTo>
                    <a:pt x="114279" y="87770"/>
                  </a:lnTo>
                  <a:lnTo>
                    <a:pt x="114669" y="86148"/>
                  </a:lnTo>
                  <a:lnTo>
                    <a:pt x="114799" y="84527"/>
                  </a:lnTo>
                  <a:lnTo>
                    <a:pt x="114799" y="82702"/>
                  </a:lnTo>
                  <a:lnTo>
                    <a:pt x="114799" y="82702"/>
                  </a:lnTo>
                  <a:lnTo>
                    <a:pt x="114669" y="79662"/>
                  </a:lnTo>
                  <a:lnTo>
                    <a:pt x="114149" y="76824"/>
                  </a:lnTo>
                  <a:lnTo>
                    <a:pt x="113239" y="74189"/>
                  </a:lnTo>
                  <a:lnTo>
                    <a:pt x="112199" y="71756"/>
                  </a:lnTo>
                  <a:lnTo>
                    <a:pt x="110769" y="69527"/>
                  </a:lnTo>
                  <a:lnTo>
                    <a:pt x="109209" y="67905"/>
                  </a:lnTo>
                  <a:lnTo>
                    <a:pt x="107388" y="66689"/>
                  </a:lnTo>
                  <a:lnTo>
                    <a:pt x="105568" y="66081"/>
                  </a:lnTo>
                  <a:lnTo>
                    <a:pt x="103488" y="65472"/>
                  </a:lnTo>
                  <a:lnTo>
                    <a:pt x="103358" y="62432"/>
                  </a:lnTo>
                  <a:lnTo>
                    <a:pt x="103358" y="62432"/>
                  </a:lnTo>
                  <a:lnTo>
                    <a:pt x="103098" y="60202"/>
                  </a:lnTo>
                  <a:lnTo>
                    <a:pt x="102578" y="57770"/>
                  </a:lnTo>
                  <a:lnTo>
                    <a:pt x="101928" y="55743"/>
                  </a:lnTo>
                  <a:lnTo>
                    <a:pt x="101408" y="53716"/>
                  </a:lnTo>
                  <a:lnTo>
                    <a:pt x="100628" y="51891"/>
                  </a:lnTo>
                  <a:lnTo>
                    <a:pt x="99718" y="49864"/>
                  </a:lnTo>
                  <a:lnTo>
                    <a:pt x="98678" y="48243"/>
                  </a:lnTo>
                  <a:lnTo>
                    <a:pt x="97638" y="46824"/>
                  </a:lnTo>
                  <a:lnTo>
                    <a:pt x="96468" y="45405"/>
                  </a:lnTo>
                  <a:lnTo>
                    <a:pt x="95167" y="43986"/>
                  </a:lnTo>
                  <a:lnTo>
                    <a:pt x="93997" y="42972"/>
                  </a:lnTo>
                  <a:lnTo>
                    <a:pt x="92567" y="41959"/>
                  </a:lnTo>
                  <a:lnTo>
                    <a:pt x="91137" y="41351"/>
                  </a:lnTo>
                  <a:lnTo>
                    <a:pt x="89837" y="40743"/>
                  </a:lnTo>
                  <a:lnTo>
                    <a:pt x="88277" y="40540"/>
                  </a:lnTo>
                  <a:lnTo>
                    <a:pt x="86717" y="40337"/>
                  </a:lnTo>
                  <a:lnTo>
                    <a:pt x="84117" y="40337"/>
                  </a:lnTo>
                  <a:lnTo>
                    <a:pt x="83856" y="36891"/>
                  </a:lnTo>
                  <a:lnTo>
                    <a:pt x="83856" y="36891"/>
                  </a:lnTo>
                  <a:lnTo>
                    <a:pt x="83336" y="33851"/>
                  </a:lnTo>
                  <a:lnTo>
                    <a:pt x="82816" y="31013"/>
                  </a:lnTo>
                  <a:lnTo>
                    <a:pt x="82166" y="28175"/>
                  </a:lnTo>
                  <a:lnTo>
                    <a:pt x="81126" y="25540"/>
                  </a:lnTo>
                  <a:lnTo>
                    <a:pt x="80216" y="23108"/>
                  </a:lnTo>
                  <a:lnTo>
                    <a:pt x="79046" y="20675"/>
                  </a:lnTo>
                  <a:lnTo>
                    <a:pt x="77746" y="18445"/>
                  </a:lnTo>
                  <a:lnTo>
                    <a:pt x="76446" y="16418"/>
                  </a:lnTo>
                  <a:lnTo>
                    <a:pt x="74886" y="14594"/>
                  </a:lnTo>
                  <a:lnTo>
                    <a:pt x="73326" y="12972"/>
                  </a:lnTo>
                  <a:lnTo>
                    <a:pt x="71635" y="11554"/>
                  </a:lnTo>
                  <a:lnTo>
                    <a:pt x="69945" y="10337"/>
                  </a:lnTo>
                  <a:lnTo>
                    <a:pt x="68125" y="9527"/>
                  </a:lnTo>
                  <a:lnTo>
                    <a:pt x="66045" y="8918"/>
                  </a:lnTo>
                  <a:lnTo>
                    <a:pt x="64225" y="8310"/>
                  </a:lnTo>
                  <a:lnTo>
                    <a:pt x="62275" y="8108"/>
                  </a:lnTo>
                  <a:lnTo>
                    <a:pt x="62275" y="8108"/>
                  </a:lnTo>
                  <a:lnTo>
                    <a:pt x="60715" y="8310"/>
                  </a:lnTo>
                  <a:lnTo>
                    <a:pt x="59284" y="8716"/>
                  </a:lnTo>
                  <a:lnTo>
                    <a:pt x="57984" y="8918"/>
                  </a:lnTo>
                  <a:lnTo>
                    <a:pt x="56554" y="9324"/>
                  </a:lnTo>
                  <a:lnTo>
                    <a:pt x="53954" y="10743"/>
                  </a:lnTo>
                  <a:lnTo>
                    <a:pt x="51354" y="12770"/>
                  </a:lnTo>
                  <a:lnTo>
                    <a:pt x="49014" y="15202"/>
                  </a:lnTo>
                  <a:lnTo>
                    <a:pt x="46803" y="18040"/>
                  </a:lnTo>
                  <a:lnTo>
                    <a:pt x="45893" y="19662"/>
                  </a:lnTo>
                  <a:lnTo>
                    <a:pt x="44983" y="21283"/>
                  </a:lnTo>
                  <a:lnTo>
                    <a:pt x="44073" y="23108"/>
                  </a:lnTo>
                  <a:lnTo>
                    <a:pt x="43293" y="24932"/>
                  </a:lnTo>
                  <a:lnTo>
                    <a:pt x="42383" y="27567"/>
                  </a:lnTo>
                  <a:lnTo>
                    <a:pt x="40303" y="26959"/>
                  </a:lnTo>
                  <a:lnTo>
                    <a:pt x="40303" y="26959"/>
                  </a:lnTo>
                  <a:lnTo>
                    <a:pt x="38353" y="26351"/>
                  </a:lnTo>
                  <a:lnTo>
                    <a:pt x="36403" y="26148"/>
                  </a:lnTo>
                  <a:lnTo>
                    <a:pt x="36403" y="26148"/>
                  </a:lnTo>
                  <a:lnTo>
                    <a:pt x="34972" y="26148"/>
                  </a:lnTo>
                  <a:lnTo>
                    <a:pt x="33542" y="26351"/>
                  </a:lnTo>
                  <a:lnTo>
                    <a:pt x="32372" y="26959"/>
                  </a:lnTo>
                  <a:lnTo>
                    <a:pt x="30942" y="27567"/>
                  </a:lnTo>
                  <a:lnTo>
                    <a:pt x="29772" y="28378"/>
                  </a:lnTo>
                  <a:lnTo>
                    <a:pt x="28472" y="29189"/>
                  </a:lnTo>
                  <a:lnTo>
                    <a:pt x="27432" y="30202"/>
                  </a:lnTo>
                  <a:lnTo>
                    <a:pt x="26392" y="31418"/>
                  </a:lnTo>
                  <a:lnTo>
                    <a:pt x="25222" y="32635"/>
                  </a:lnTo>
                  <a:lnTo>
                    <a:pt x="24312" y="34054"/>
                  </a:lnTo>
                  <a:lnTo>
                    <a:pt x="23401" y="35675"/>
                  </a:lnTo>
                  <a:lnTo>
                    <a:pt x="22621" y="37297"/>
                  </a:lnTo>
                  <a:lnTo>
                    <a:pt x="21841" y="39121"/>
                  </a:lnTo>
                  <a:lnTo>
                    <a:pt x="21321" y="40743"/>
                  </a:lnTo>
                  <a:lnTo>
                    <a:pt x="20671" y="42972"/>
                  </a:lnTo>
                  <a:lnTo>
                    <a:pt x="20281" y="44797"/>
                  </a:lnTo>
                  <a:lnTo>
                    <a:pt x="19891" y="47027"/>
                  </a:lnTo>
                  <a:lnTo>
                    <a:pt x="18461" y="47837"/>
                  </a:lnTo>
                  <a:lnTo>
                    <a:pt x="18461" y="47837"/>
                  </a:lnTo>
                  <a:lnTo>
                    <a:pt x="17161" y="48445"/>
                  </a:lnTo>
                  <a:lnTo>
                    <a:pt x="15731" y="49459"/>
                  </a:lnTo>
                  <a:lnTo>
                    <a:pt x="14301" y="50472"/>
                  </a:lnTo>
                  <a:lnTo>
                    <a:pt x="13131" y="51689"/>
                  </a:lnTo>
                  <a:lnTo>
                    <a:pt x="11960" y="53108"/>
                  </a:lnTo>
                  <a:lnTo>
                    <a:pt x="10790" y="54729"/>
                  </a:lnTo>
                  <a:lnTo>
                    <a:pt x="9880" y="56148"/>
                  </a:lnTo>
                  <a:lnTo>
                    <a:pt x="8970" y="58175"/>
                  </a:lnTo>
                  <a:lnTo>
                    <a:pt x="8190" y="60000"/>
                  </a:lnTo>
                  <a:lnTo>
                    <a:pt x="7410" y="61824"/>
                  </a:lnTo>
                  <a:lnTo>
                    <a:pt x="6760" y="63851"/>
                  </a:lnTo>
                  <a:lnTo>
                    <a:pt x="6110" y="66081"/>
                  </a:lnTo>
                  <a:lnTo>
                    <a:pt x="5850" y="68310"/>
                  </a:lnTo>
                  <a:lnTo>
                    <a:pt x="5590" y="70540"/>
                  </a:lnTo>
                  <a:lnTo>
                    <a:pt x="5200" y="72972"/>
                  </a:lnTo>
                  <a:lnTo>
                    <a:pt x="5200" y="75405"/>
                  </a:lnTo>
                  <a:lnTo>
                    <a:pt x="5200" y="75405"/>
                  </a:lnTo>
                  <a:lnTo>
                    <a:pt x="5330" y="78243"/>
                  </a:lnTo>
                  <a:lnTo>
                    <a:pt x="5590" y="81081"/>
                  </a:lnTo>
                  <a:lnTo>
                    <a:pt x="5980" y="83716"/>
                  </a:lnTo>
                  <a:lnTo>
                    <a:pt x="6630" y="86351"/>
                  </a:lnTo>
                  <a:lnTo>
                    <a:pt x="7410" y="88986"/>
                  </a:lnTo>
                  <a:lnTo>
                    <a:pt x="8320" y="91216"/>
                  </a:lnTo>
                  <a:lnTo>
                    <a:pt x="9360" y="93648"/>
                  </a:lnTo>
                  <a:lnTo>
                    <a:pt x="10660" y="95472"/>
                  </a:lnTo>
                  <a:lnTo>
                    <a:pt x="11960" y="97500"/>
                  </a:lnTo>
                  <a:lnTo>
                    <a:pt x="13391" y="99121"/>
                  </a:lnTo>
                  <a:lnTo>
                    <a:pt x="14951" y="100540"/>
                  </a:lnTo>
                  <a:lnTo>
                    <a:pt x="16511" y="101756"/>
                  </a:lnTo>
                  <a:lnTo>
                    <a:pt x="18201" y="102770"/>
                  </a:lnTo>
                  <a:lnTo>
                    <a:pt x="20021" y="103378"/>
                  </a:lnTo>
                  <a:lnTo>
                    <a:pt x="21711" y="103986"/>
                  </a:lnTo>
                  <a:lnTo>
                    <a:pt x="23661" y="103986"/>
                  </a:lnTo>
                  <a:lnTo>
                    <a:pt x="23661" y="103986"/>
                  </a:lnTo>
                  <a:lnTo>
                    <a:pt x="26002" y="103581"/>
                  </a:lnTo>
                  <a:lnTo>
                    <a:pt x="28472" y="102972"/>
                  </a:lnTo>
                  <a:lnTo>
                    <a:pt x="29902" y="102567"/>
                  </a:lnTo>
                  <a:lnTo>
                    <a:pt x="30942" y="103986"/>
                  </a:lnTo>
                  <a:lnTo>
                    <a:pt x="30942" y="103986"/>
                  </a:lnTo>
                  <a:lnTo>
                    <a:pt x="31982" y="105405"/>
                  </a:lnTo>
                  <a:lnTo>
                    <a:pt x="33152" y="106621"/>
                  </a:lnTo>
                  <a:lnTo>
                    <a:pt x="34192" y="107837"/>
                  </a:lnTo>
                  <a:lnTo>
                    <a:pt x="35492" y="108445"/>
                  </a:lnTo>
                  <a:lnTo>
                    <a:pt x="36663" y="109256"/>
                  </a:lnTo>
                  <a:lnTo>
                    <a:pt x="37833" y="109662"/>
                  </a:lnTo>
                  <a:lnTo>
                    <a:pt x="39133" y="109864"/>
                  </a:lnTo>
                  <a:lnTo>
                    <a:pt x="40563" y="110067"/>
                  </a:lnTo>
                  <a:lnTo>
                    <a:pt x="40563" y="110067"/>
                  </a:lnTo>
                  <a:lnTo>
                    <a:pt x="41733" y="109864"/>
                  </a:lnTo>
                  <a:lnTo>
                    <a:pt x="43033" y="109662"/>
                  </a:lnTo>
                  <a:lnTo>
                    <a:pt x="44203" y="109256"/>
                  </a:lnTo>
                  <a:lnTo>
                    <a:pt x="45503" y="108445"/>
                  </a:lnTo>
                  <a:lnTo>
                    <a:pt x="46673" y="107837"/>
                  </a:lnTo>
                  <a:lnTo>
                    <a:pt x="47713" y="106824"/>
                  </a:lnTo>
                  <a:lnTo>
                    <a:pt x="48884" y="105608"/>
                  </a:lnTo>
                  <a:lnTo>
                    <a:pt x="49794" y="104391"/>
                  </a:lnTo>
                  <a:lnTo>
                    <a:pt x="51484" y="101756"/>
                  </a:lnTo>
                  <a:close/>
                </a:path>
              </a:pathLst>
            </a:custGeom>
            <a:solidFill>
              <a:schemeClr val="dk1"/>
            </a:solidFill>
            <a:ln>
              <a:solidFill>
                <a:srgbClr val="FFC000"/>
              </a:solidFill>
            </a:ln>
          </p:spPr>
          <p:txBody>
            <a:bodyPr lIns="45700" tIns="22833" rIns="45700" bIns="22833" anchor="t" anchorCtr="0">
              <a:noAutofit/>
            </a:bodyPr>
            <a:lstStyle/>
            <a:p>
              <a:pPr>
                <a:buClr>
                  <a:srgbClr val="000000"/>
                </a:buClr>
              </a:pPr>
              <a:endParaRPr sz="1867">
                <a:solidFill>
                  <a:srgbClr val="000000"/>
                </a:solidFill>
                <a:latin typeface="Comfortaa"/>
                <a:ea typeface="Comfortaa"/>
                <a:cs typeface="Comfortaa"/>
                <a:sym typeface="Comfortaa"/>
              </a:endParaRPr>
            </a:p>
          </p:txBody>
        </p:sp>
        <p:sp>
          <p:nvSpPr>
            <p:cNvPr id="1224" name="Shape 1224"/>
            <p:cNvSpPr/>
            <p:nvPr/>
          </p:nvSpPr>
          <p:spPr>
            <a:xfrm>
              <a:off x="10574310" y="5310057"/>
              <a:ext cx="485437" cy="321015"/>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121900" tIns="60933" rIns="121900" bIns="60933" anchor="t" anchorCtr="0">
              <a:noAutofit/>
            </a:bodyPr>
            <a:lstStyle/>
            <a:p>
              <a:pPr>
                <a:buClr>
                  <a:srgbClr val="000000"/>
                </a:buClr>
              </a:pPr>
              <a:endParaRPr sz="2400">
                <a:solidFill>
                  <a:srgbClr val="000000"/>
                </a:solidFill>
                <a:latin typeface="Arial"/>
                <a:ea typeface="Arial"/>
                <a:cs typeface="Arial"/>
                <a:sym typeface="Arial"/>
              </a:endParaRPr>
            </a:p>
          </p:txBody>
        </p:sp>
      </p:grpSp>
      <p:grpSp>
        <p:nvGrpSpPr>
          <p:cNvPr id="1225" name="Shape 1225"/>
          <p:cNvGrpSpPr/>
          <p:nvPr/>
        </p:nvGrpSpPr>
        <p:grpSpPr>
          <a:xfrm>
            <a:off x="8756987" y="5349203"/>
            <a:ext cx="471584" cy="556824"/>
            <a:chOff x="8318767" y="5022076"/>
            <a:chExt cx="749179" cy="884597"/>
          </a:xfrm>
        </p:grpSpPr>
        <p:grpSp>
          <p:nvGrpSpPr>
            <p:cNvPr id="1226" name="Shape 1226"/>
            <p:cNvGrpSpPr/>
            <p:nvPr/>
          </p:nvGrpSpPr>
          <p:grpSpPr>
            <a:xfrm>
              <a:off x="8318767" y="5022076"/>
              <a:ext cx="749179" cy="884597"/>
              <a:chOff x="8318767" y="5022076"/>
              <a:chExt cx="749179" cy="884597"/>
            </a:xfrm>
          </p:grpSpPr>
          <p:sp>
            <p:nvSpPr>
              <p:cNvPr id="1227" name="Shape 1227"/>
              <p:cNvSpPr/>
              <p:nvPr/>
            </p:nvSpPr>
            <p:spPr>
              <a:xfrm>
                <a:off x="8318767" y="5022076"/>
                <a:ext cx="749179" cy="884597"/>
              </a:xfrm>
              <a:custGeom>
                <a:avLst/>
                <a:gdLst/>
                <a:ahLst/>
                <a:cxnLst/>
                <a:rect l="0" t="0" r="0" b="0"/>
                <a:pathLst>
                  <a:path w="120000" h="120000" extrusionOk="0">
                    <a:moveTo>
                      <a:pt x="37348" y="67281"/>
                    </a:moveTo>
                    <a:cubicBezTo>
                      <a:pt x="35359" y="67281"/>
                      <a:pt x="33812" y="68571"/>
                      <a:pt x="33812" y="70230"/>
                    </a:cubicBezTo>
                    <a:cubicBezTo>
                      <a:pt x="33812" y="71889"/>
                      <a:pt x="35359" y="73179"/>
                      <a:pt x="37348" y="73179"/>
                    </a:cubicBezTo>
                    <a:cubicBezTo>
                      <a:pt x="39337" y="73179"/>
                      <a:pt x="40883" y="71889"/>
                      <a:pt x="40883" y="70230"/>
                    </a:cubicBezTo>
                    <a:cubicBezTo>
                      <a:pt x="40883" y="68571"/>
                      <a:pt x="39337" y="67281"/>
                      <a:pt x="37348" y="67281"/>
                    </a:cubicBezTo>
                    <a:close/>
                    <a:moveTo>
                      <a:pt x="36906" y="70230"/>
                    </a:moveTo>
                    <a:cubicBezTo>
                      <a:pt x="36906" y="70046"/>
                      <a:pt x="37127" y="69861"/>
                      <a:pt x="37348" y="69861"/>
                    </a:cubicBezTo>
                    <a:cubicBezTo>
                      <a:pt x="37569" y="69861"/>
                      <a:pt x="37790" y="70046"/>
                      <a:pt x="37790" y="70230"/>
                    </a:cubicBezTo>
                    <a:cubicBezTo>
                      <a:pt x="37790" y="70783"/>
                      <a:pt x="36906" y="70783"/>
                      <a:pt x="36906" y="70230"/>
                    </a:cubicBezTo>
                    <a:close/>
                    <a:moveTo>
                      <a:pt x="104972" y="68571"/>
                    </a:moveTo>
                    <a:cubicBezTo>
                      <a:pt x="78011" y="68571"/>
                      <a:pt x="78011" y="68571"/>
                      <a:pt x="78011" y="68571"/>
                    </a:cubicBezTo>
                    <a:cubicBezTo>
                      <a:pt x="76906" y="68571"/>
                      <a:pt x="76022" y="69308"/>
                      <a:pt x="76022" y="70230"/>
                    </a:cubicBezTo>
                    <a:cubicBezTo>
                      <a:pt x="76022" y="71152"/>
                      <a:pt x="76906" y="71889"/>
                      <a:pt x="78011" y="71889"/>
                    </a:cubicBezTo>
                    <a:cubicBezTo>
                      <a:pt x="104972" y="71889"/>
                      <a:pt x="104972" y="71889"/>
                      <a:pt x="104972" y="71889"/>
                    </a:cubicBezTo>
                    <a:cubicBezTo>
                      <a:pt x="106077" y="71889"/>
                      <a:pt x="106961" y="71152"/>
                      <a:pt x="106961" y="70230"/>
                    </a:cubicBezTo>
                    <a:cubicBezTo>
                      <a:pt x="106961" y="69308"/>
                      <a:pt x="106077" y="68571"/>
                      <a:pt x="104972" y="68571"/>
                    </a:cubicBezTo>
                    <a:close/>
                    <a:moveTo>
                      <a:pt x="52154" y="94746"/>
                    </a:moveTo>
                    <a:cubicBezTo>
                      <a:pt x="50165" y="94746"/>
                      <a:pt x="48618" y="96036"/>
                      <a:pt x="48618" y="97695"/>
                    </a:cubicBezTo>
                    <a:cubicBezTo>
                      <a:pt x="48618" y="99354"/>
                      <a:pt x="50165" y="100645"/>
                      <a:pt x="52154" y="100645"/>
                    </a:cubicBezTo>
                    <a:cubicBezTo>
                      <a:pt x="54143" y="100645"/>
                      <a:pt x="55690" y="99354"/>
                      <a:pt x="55690" y="97695"/>
                    </a:cubicBezTo>
                    <a:cubicBezTo>
                      <a:pt x="55690" y="96036"/>
                      <a:pt x="54143" y="94746"/>
                      <a:pt x="52154" y="94746"/>
                    </a:cubicBezTo>
                    <a:close/>
                    <a:moveTo>
                      <a:pt x="51712" y="97695"/>
                    </a:moveTo>
                    <a:cubicBezTo>
                      <a:pt x="51712" y="97327"/>
                      <a:pt x="51933" y="97142"/>
                      <a:pt x="52154" y="97142"/>
                    </a:cubicBezTo>
                    <a:cubicBezTo>
                      <a:pt x="52596" y="97142"/>
                      <a:pt x="52817" y="97327"/>
                      <a:pt x="52817" y="97695"/>
                    </a:cubicBezTo>
                    <a:cubicBezTo>
                      <a:pt x="52817" y="98064"/>
                      <a:pt x="51712" y="98064"/>
                      <a:pt x="51712" y="97695"/>
                    </a:cubicBezTo>
                    <a:close/>
                    <a:moveTo>
                      <a:pt x="104972" y="95852"/>
                    </a:moveTo>
                    <a:cubicBezTo>
                      <a:pt x="78011" y="95852"/>
                      <a:pt x="78011" y="95852"/>
                      <a:pt x="78011" y="95852"/>
                    </a:cubicBezTo>
                    <a:cubicBezTo>
                      <a:pt x="76906" y="95852"/>
                      <a:pt x="76022" y="96774"/>
                      <a:pt x="76022" y="97695"/>
                    </a:cubicBezTo>
                    <a:cubicBezTo>
                      <a:pt x="76022" y="98617"/>
                      <a:pt x="76906" y="99354"/>
                      <a:pt x="78011" y="99354"/>
                    </a:cubicBezTo>
                    <a:cubicBezTo>
                      <a:pt x="104972" y="99354"/>
                      <a:pt x="104972" y="99354"/>
                      <a:pt x="104972" y="99354"/>
                    </a:cubicBezTo>
                    <a:cubicBezTo>
                      <a:pt x="106077" y="99354"/>
                      <a:pt x="106961" y="98617"/>
                      <a:pt x="106961" y="97695"/>
                    </a:cubicBezTo>
                    <a:cubicBezTo>
                      <a:pt x="106961" y="96774"/>
                      <a:pt x="106077" y="95852"/>
                      <a:pt x="104972" y="95852"/>
                    </a:cubicBezTo>
                    <a:close/>
                    <a:moveTo>
                      <a:pt x="52154" y="67281"/>
                    </a:moveTo>
                    <a:cubicBezTo>
                      <a:pt x="50165" y="67281"/>
                      <a:pt x="48618" y="68571"/>
                      <a:pt x="48618" y="70230"/>
                    </a:cubicBezTo>
                    <a:cubicBezTo>
                      <a:pt x="48618" y="71889"/>
                      <a:pt x="50165" y="73179"/>
                      <a:pt x="52154" y="73179"/>
                    </a:cubicBezTo>
                    <a:cubicBezTo>
                      <a:pt x="54143" y="73179"/>
                      <a:pt x="55690" y="71889"/>
                      <a:pt x="55690" y="70230"/>
                    </a:cubicBezTo>
                    <a:cubicBezTo>
                      <a:pt x="55690" y="68571"/>
                      <a:pt x="54143" y="67281"/>
                      <a:pt x="52154" y="67281"/>
                    </a:cubicBezTo>
                    <a:close/>
                    <a:moveTo>
                      <a:pt x="51712" y="70230"/>
                    </a:moveTo>
                    <a:cubicBezTo>
                      <a:pt x="51712" y="70046"/>
                      <a:pt x="51933" y="69861"/>
                      <a:pt x="52154" y="69861"/>
                    </a:cubicBezTo>
                    <a:cubicBezTo>
                      <a:pt x="52596" y="69861"/>
                      <a:pt x="52817" y="70046"/>
                      <a:pt x="52817" y="70230"/>
                    </a:cubicBezTo>
                    <a:cubicBezTo>
                      <a:pt x="52817" y="70783"/>
                      <a:pt x="51712" y="70783"/>
                      <a:pt x="51712" y="70230"/>
                    </a:cubicBezTo>
                    <a:close/>
                    <a:moveTo>
                      <a:pt x="22541" y="67281"/>
                    </a:moveTo>
                    <a:cubicBezTo>
                      <a:pt x="20552" y="67281"/>
                      <a:pt x="19005" y="68571"/>
                      <a:pt x="19005" y="70230"/>
                    </a:cubicBezTo>
                    <a:cubicBezTo>
                      <a:pt x="19005" y="71889"/>
                      <a:pt x="20552" y="73179"/>
                      <a:pt x="22541" y="73179"/>
                    </a:cubicBezTo>
                    <a:cubicBezTo>
                      <a:pt x="24530" y="73179"/>
                      <a:pt x="26077" y="71889"/>
                      <a:pt x="26077" y="70230"/>
                    </a:cubicBezTo>
                    <a:cubicBezTo>
                      <a:pt x="26077" y="68571"/>
                      <a:pt x="24530" y="67281"/>
                      <a:pt x="22541" y="67281"/>
                    </a:cubicBezTo>
                    <a:close/>
                    <a:moveTo>
                      <a:pt x="22099" y="70230"/>
                    </a:moveTo>
                    <a:cubicBezTo>
                      <a:pt x="22099" y="70046"/>
                      <a:pt x="22320" y="69861"/>
                      <a:pt x="22541" y="69861"/>
                    </a:cubicBezTo>
                    <a:cubicBezTo>
                      <a:pt x="22762" y="69861"/>
                      <a:pt x="22983" y="70046"/>
                      <a:pt x="22983" y="70230"/>
                    </a:cubicBezTo>
                    <a:cubicBezTo>
                      <a:pt x="22983" y="70783"/>
                      <a:pt x="22099" y="70783"/>
                      <a:pt x="22099" y="70230"/>
                    </a:cubicBezTo>
                    <a:close/>
                    <a:moveTo>
                      <a:pt x="37348" y="94746"/>
                    </a:moveTo>
                    <a:cubicBezTo>
                      <a:pt x="35359" y="94746"/>
                      <a:pt x="33812" y="96036"/>
                      <a:pt x="33812" y="97695"/>
                    </a:cubicBezTo>
                    <a:cubicBezTo>
                      <a:pt x="33812" y="99354"/>
                      <a:pt x="35359" y="100645"/>
                      <a:pt x="37348" y="100645"/>
                    </a:cubicBezTo>
                    <a:cubicBezTo>
                      <a:pt x="39337" y="100645"/>
                      <a:pt x="40883" y="99354"/>
                      <a:pt x="40883" y="97695"/>
                    </a:cubicBezTo>
                    <a:cubicBezTo>
                      <a:pt x="40883" y="96036"/>
                      <a:pt x="39337" y="94746"/>
                      <a:pt x="37348" y="94746"/>
                    </a:cubicBezTo>
                    <a:close/>
                    <a:moveTo>
                      <a:pt x="36906" y="97695"/>
                    </a:moveTo>
                    <a:cubicBezTo>
                      <a:pt x="36906" y="97327"/>
                      <a:pt x="37127" y="97142"/>
                      <a:pt x="37348" y="97142"/>
                    </a:cubicBezTo>
                    <a:cubicBezTo>
                      <a:pt x="37569" y="97142"/>
                      <a:pt x="37790" y="97327"/>
                      <a:pt x="37790" y="97695"/>
                    </a:cubicBezTo>
                    <a:cubicBezTo>
                      <a:pt x="37790" y="98064"/>
                      <a:pt x="36906" y="98064"/>
                      <a:pt x="36906" y="97695"/>
                    </a:cubicBezTo>
                    <a:close/>
                    <a:moveTo>
                      <a:pt x="22541" y="94746"/>
                    </a:moveTo>
                    <a:cubicBezTo>
                      <a:pt x="20552" y="94746"/>
                      <a:pt x="19005" y="96036"/>
                      <a:pt x="19005" y="97695"/>
                    </a:cubicBezTo>
                    <a:cubicBezTo>
                      <a:pt x="19005" y="99354"/>
                      <a:pt x="20552" y="100645"/>
                      <a:pt x="22541" y="100645"/>
                    </a:cubicBezTo>
                    <a:cubicBezTo>
                      <a:pt x="24530" y="100645"/>
                      <a:pt x="26077" y="99354"/>
                      <a:pt x="26077" y="97695"/>
                    </a:cubicBezTo>
                    <a:cubicBezTo>
                      <a:pt x="26077" y="96036"/>
                      <a:pt x="24530" y="94746"/>
                      <a:pt x="22541" y="94746"/>
                    </a:cubicBezTo>
                    <a:close/>
                    <a:moveTo>
                      <a:pt x="22099" y="97695"/>
                    </a:moveTo>
                    <a:cubicBezTo>
                      <a:pt x="22099" y="97327"/>
                      <a:pt x="22320" y="97142"/>
                      <a:pt x="22541" y="97142"/>
                    </a:cubicBezTo>
                    <a:cubicBezTo>
                      <a:pt x="22762" y="97142"/>
                      <a:pt x="22983" y="97327"/>
                      <a:pt x="22983" y="97695"/>
                    </a:cubicBezTo>
                    <a:cubicBezTo>
                      <a:pt x="22983" y="98064"/>
                      <a:pt x="22099" y="98064"/>
                      <a:pt x="22099" y="97695"/>
                    </a:cubicBezTo>
                    <a:close/>
                    <a:moveTo>
                      <a:pt x="52154" y="12534"/>
                    </a:moveTo>
                    <a:cubicBezTo>
                      <a:pt x="50165" y="12534"/>
                      <a:pt x="48618" y="13824"/>
                      <a:pt x="48618" y="15483"/>
                    </a:cubicBezTo>
                    <a:cubicBezTo>
                      <a:pt x="48618" y="17142"/>
                      <a:pt x="50165" y="18433"/>
                      <a:pt x="52154" y="18433"/>
                    </a:cubicBezTo>
                    <a:cubicBezTo>
                      <a:pt x="54143" y="18433"/>
                      <a:pt x="55690" y="17142"/>
                      <a:pt x="55690" y="15483"/>
                    </a:cubicBezTo>
                    <a:cubicBezTo>
                      <a:pt x="55690" y="13824"/>
                      <a:pt x="54143" y="12534"/>
                      <a:pt x="52154" y="12534"/>
                    </a:cubicBezTo>
                    <a:close/>
                    <a:moveTo>
                      <a:pt x="51712" y="15483"/>
                    </a:moveTo>
                    <a:cubicBezTo>
                      <a:pt x="51712" y="15299"/>
                      <a:pt x="51933" y="15115"/>
                      <a:pt x="52154" y="15115"/>
                    </a:cubicBezTo>
                    <a:cubicBezTo>
                      <a:pt x="52596" y="15115"/>
                      <a:pt x="52817" y="15299"/>
                      <a:pt x="52817" y="15483"/>
                    </a:cubicBezTo>
                    <a:cubicBezTo>
                      <a:pt x="52817" y="16036"/>
                      <a:pt x="51712" y="16036"/>
                      <a:pt x="51712" y="15483"/>
                    </a:cubicBezTo>
                    <a:close/>
                    <a:moveTo>
                      <a:pt x="37348" y="12534"/>
                    </a:moveTo>
                    <a:cubicBezTo>
                      <a:pt x="35359" y="12534"/>
                      <a:pt x="33812" y="13824"/>
                      <a:pt x="33812" y="15483"/>
                    </a:cubicBezTo>
                    <a:cubicBezTo>
                      <a:pt x="33812" y="17142"/>
                      <a:pt x="35359" y="18433"/>
                      <a:pt x="37348" y="18433"/>
                    </a:cubicBezTo>
                    <a:cubicBezTo>
                      <a:pt x="39337" y="18433"/>
                      <a:pt x="40883" y="17142"/>
                      <a:pt x="40883" y="15483"/>
                    </a:cubicBezTo>
                    <a:cubicBezTo>
                      <a:pt x="40883" y="13824"/>
                      <a:pt x="39337" y="12534"/>
                      <a:pt x="37348" y="12534"/>
                    </a:cubicBezTo>
                    <a:close/>
                    <a:moveTo>
                      <a:pt x="36906" y="15483"/>
                    </a:moveTo>
                    <a:cubicBezTo>
                      <a:pt x="36906" y="15299"/>
                      <a:pt x="37127" y="15115"/>
                      <a:pt x="37348" y="15115"/>
                    </a:cubicBezTo>
                    <a:cubicBezTo>
                      <a:pt x="37569" y="15115"/>
                      <a:pt x="37790" y="15299"/>
                      <a:pt x="37790" y="15483"/>
                    </a:cubicBezTo>
                    <a:cubicBezTo>
                      <a:pt x="37790" y="16036"/>
                      <a:pt x="36906" y="16036"/>
                      <a:pt x="36906" y="15483"/>
                    </a:cubicBezTo>
                    <a:close/>
                    <a:moveTo>
                      <a:pt x="104972" y="13824"/>
                    </a:moveTo>
                    <a:cubicBezTo>
                      <a:pt x="78011" y="13824"/>
                      <a:pt x="78011" y="13824"/>
                      <a:pt x="78011" y="13824"/>
                    </a:cubicBezTo>
                    <a:cubicBezTo>
                      <a:pt x="76906" y="13824"/>
                      <a:pt x="76022" y="14562"/>
                      <a:pt x="76022" y="15483"/>
                    </a:cubicBezTo>
                    <a:cubicBezTo>
                      <a:pt x="76022" y="16405"/>
                      <a:pt x="76906" y="17142"/>
                      <a:pt x="78011" y="17142"/>
                    </a:cubicBezTo>
                    <a:cubicBezTo>
                      <a:pt x="104972" y="17142"/>
                      <a:pt x="104972" y="17142"/>
                      <a:pt x="104972" y="17142"/>
                    </a:cubicBezTo>
                    <a:cubicBezTo>
                      <a:pt x="106077" y="17142"/>
                      <a:pt x="106961" y="16405"/>
                      <a:pt x="106961" y="15483"/>
                    </a:cubicBezTo>
                    <a:cubicBezTo>
                      <a:pt x="106961" y="14562"/>
                      <a:pt x="106077" y="13824"/>
                      <a:pt x="104972" y="13824"/>
                    </a:cubicBezTo>
                    <a:close/>
                    <a:moveTo>
                      <a:pt x="120000" y="5714"/>
                    </a:moveTo>
                    <a:cubicBezTo>
                      <a:pt x="120000" y="2580"/>
                      <a:pt x="116906" y="0"/>
                      <a:pt x="113149" y="0"/>
                    </a:cubicBezTo>
                    <a:cubicBezTo>
                      <a:pt x="6850" y="0"/>
                      <a:pt x="6850" y="0"/>
                      <a:pt x="6850" y="0"/>
                    </a:cubicBezTo>
                    <a:cubicBezTo>
                      <a:pt x="3093" y="0"/>
                      <a:pt x="0" y="2580"/>
                      <a:pt x="0" y="5714"/>
                    </a:cubicBezTo>
                    <a:cubicBezTo>
                      <a:pt x="0" y="25253"/>
                      <a:pt x="0" y="25253"/>
                      <a:pt x="0" y="25253"/>
                    </a:cubicBezTo>
                    <a:cubicBezTo>
                      <a:pt x="0" y="26728"/>
                      <a:pt x="662" y="28202"/>
                      <a:pt x="1988" y="29124"/>
                    </a:cubicBezTo>
                    <a:cubicBezTo>
                      <a:pt x="662" y="30230"/>
                      <a:pt x="0" y="31520"/>
                      <a:pt x="0" y="33179"/>
                    </a:cubicBezTo>
                    <a:cubicBezTo>
                      <a:pt x="0" y="52534"/>
                      <a:pt x="0" y="52534"/>
                      <a:pt x="0" y="52534"/>
                    </a:cubicBezTo>
                    <a:cubicBezTo>
                      <a:pt x="0" y="54193"/>
                      <a:pt x="662" y="55483"/>
                      <a:pt x="1988" y="56589"/>
                    </a:cubicBezTo>
                    <a:cubicBezTo>
                      <a:pt x="662" y="57511"/>
                      <a:pt x="0" y="58986"/>
                      <a:pt x="0" y="60460"/>
                    </a:cubicBezTo>
                    <a:cubicBezTo>
                      <a:pt x="0" y="80000"/>
                      <a:pt x="0" y="80000"/>
                      <a:pt x="0" y="80000"/>
                    </a:cubicBezTo>
                    <a:cubicBezTo>
                      <a:pt x="0" y="81474"/>
                      <a:pt x="662" y="82949"/>
                      <a:pt x="1988" y="83870"/>
                    </a:cubicBezTo>
                    <a:cubicBezTo>
                      <a:pt x="662" y="84976"/>
                      <a:pt x="0" y="86451"/>
                      <a:pt x="0" y="87926"/>
                    </a:cubicBezTo>
                    <a:cubicBezTo>
                      <a:pt x="0" y="107281"/>
                      <a:pt x="0" y="107281"/>
                      <a:pt x="0" y="107281"/>
                    </a:cubicBezTo>
                    <a:cubicBezTo>
                      <a:pt x="0" y="110414"/>
                      <a:pt x="3093" y="112995"/>
                      <a:pt x="6850" y="112995"/>
                    </a:cubicBezTo>
                    <a:cubicBezTo>
                      <a:pt x="15027" y="112995"/>
                      <a:pt x="15027" y="112995"/>
                      <a:pt x="15027" y="112995"/>
                    </a:cubicBezTo>
                    <a:cubicBezTo>
                      <a:pt x="15027" y="116682"/>
                      <a:pt x="15027" y="116682"/>
                      <a:pt x="15027" y="116682"/>
                    </a:cubicBezTo>
                    <a:cubicBezTo>
                      <a:pt x="15027" y="118525"/>
                      <a:pt x="16795" y="120000"/>
                      <a:pt x="19005" y="120000"/>
                    </a:cubicBezTo>
                    <a:cubicBezTo>
                      <a:pt x="35359" y="120000"/>
                      <a:pt x="35359" y="120000"/>
                      <a:pt x="35359" y="120000"/>
                    </a:cubicBezTo>
                    <a:cubicBezTo>
                      <a:pt x="37790" y="120000"/>
                      <a:pt x="39558" y="118525"/>
                      <a:pt x="39558" y="116682"/>
                    </a:cubicBezTo>
                    <a:cubicBezTo>
                      <a:pt x="39558" y="112995"/>
                      <a:pt x="39558" y="112995"/>
                      <a:pt x="39558" y="112995"/>
                    </a:cubicBezTo>
                    <a:cubicBezTo>
                      <a:pt x="77790" y="112995"/>
                      <a:pt x="77790" y="112995"/>
                      <a:pt x="77790" y="112995"/>
                    </a:cubicBezTo>
                    <a:cubicBezTo>
                      <a:pt x="77790" y="116682"/>
                      <a:pt x="77790" y="116682"/>
                      <a:pt x="77790" y="116682"/>
                    </a:cubicBezTo>
                    <a:cubicBezTo>
                      <a:pt x="77790" y="118525"/>
                      <a:pt x="79558" y="120000"/>
                      <a:pt x="81988" y="120000"/>
                    </a:cubicBezTo>
                    <a:cubicBezTo>
                      <a:pt x="98342" y="120000"/>
                      <a:pt x="98342" y="120000"/>
                      <a:pt x="98342" y="120000"/>
                    </a:cubicBezTo>
                    <a:cubicBezTo>
                      <a:pt x="100552" y="120000"/>
                      <a:pt x="102320" y="118525"/>
                      <a:pt x="102320" y="116682"/>
                    </a:cubicBezTo>
                    <a:cubicBezTo>
                      <a:pt x="102320" y="112995"/>
                      <a:pt x="102320" y="112995"/>
                      <a:pt x="102320" y="112995"/>
                    </a:cubicBezTo>
                    <a:cubicBezTo>
                      <a:pt x="113149" y="112995"/>
                      <a:pt x="113149" y="112995"/>
                      <a:pt x="113149" y="112995"/>
                    </a:cubicBezTo>
                    <a:cubicBezTo>
                      <a:pt x="116906" y="112995"/>
                      <a:pt x="120000" y="110414"/>
                      <a:pt x="120000" y="107281"/>
                    </a:cubicBezTo>
                    <a:cubicBezTo>
                      <a:pt x="120000" y="87926"/>
                      <a:pt x="120000" y="87926"/>
                      <a:pt x="120000" y="87926"/>
                    </a:cubicBezTo>
                    <a:cubicBezTo>
                      <a:pt x="120000" y="86451"/>
                      <a:pt x="119116" y="84976"/>
                      <a:pt x="118011" y="83870"/>
                    </a:cubicBezTo>
                    <a:cubicBezTo>
                      <a:pt x="119116" y="82949"/>
                      <a:pt x="120000" y="81474"/>
                      <a:pt x="120000" y="80000"/>
                    </a:cubicBezTo>
                    <a:cubicBezTo>
                      <a:pt x="120000" y="60460"/>
                      <a:pt x="120000" y="60460"/>
                      <a:pt x="120000" y="60460"/>
                    </a:cubicBezTo>
                    <a:cubicBezTo>
                      <a:pt x="120000" y="58986"/>
                      <a:pt x="119116" y="57511"/>
                      <a:pt x="118011" y="56589"/>
                    </a:cubicBezTo>
                    <a:cubicBezTo>
                      <a:pt x="119116" y="55483"/>
                      <a:pt x="120000" y="54193"/>
                      <a:pt x="120000" y="52534"/>
                    </a:cubicBezTo>
                    <a:cubicBezTo>
                      <a:pt x="120000" y="33179"/>
                      <a:pt x="120000" y="33179"/>
                      <a:pt x="120000" y="33179"/>
                    </a:cubicBezTo>
                    <a:cubicBezTo>
                      <a:pt x="120000" y="31520"/>
                      <a:pt x="119116" y="30230"/>
                      <a:pt x="118011" y="29124"/>
                    </a:cubicBezTo>
                    <a:cubicBezTo>
                      <a:pt x="119116" y="28202"/>
                      <a:pt x="120000" y="26728"/>
                      <a:pt x="120000" y="25253"/>
                    </a:cubicBezTo>
                    <a:cubicBezTo>
                      <a:pt x="120000" y="5714"/>
                      <a:pt x="120000" y="5714"/>
                      <a:pt x="120000" y="5714"/>
                    </a:cubicBezTo>
                    <a:close/>
                    <a:moveTo>
                      <a:pt x="35359" y="116682"/>
                    </a:moveTo>
                    <a:cubicBezTo>
                      <a:pt x="19005" y="116682"/>
                      <a:pt x="19005" y="116682"/>
                      <a:pt x="19005" y="116682"/>
                    </a:cubicBezTo>
                    <a:cubicBezTo>
                      <a:pt x="19005" y="112995"/>
                      <a:pt x="19005" y="112995"/>
                      <a:pt x="19005" y="112995"/>
                    </a:cubicBezTo>
                    <a:cubicBezTo>
                      <a:pt x="35359" y="112995"/>
                      <a:pt x="35359" y="112995"/>
                      <a:pt x="35359" y="112995"/>
                    </a:cubicBezTo>
                    <a:lnTo>
                      <a:pt x="35359" y="116682"/>
                    </a:lnTo>
                    <a:close/>
                    <a:moveTo>
                      <a:pt x="98342" y="116682"/>
                    </a:moveTo>
                    <a:cubicBezTo>
                      <a:pt x="81988" y="116682"/>
                      <a:pt x="81988" y="116682"/>
                      <a:pt x="81988" y="116682"/>
                    </a:cubicBezTo>
                    <a:cubicBezTo>
                      <a:pt x="81988" y="112995"/>
                      <a:pt x="81988" y="112995"/>
                      <a:pt x="81988" y="112995"/>
                    </a:cubicBezTo>
                    <a:cubicBezTo>
                      <a:pt x="98342" y="112995"/>
                      <a:pt x="98342" y="112995"/>
                      <a:pt x="98342" y="112995"/>
                    </a:cubicBezTo>
                    <a:lnTo>
                      <a:pt x="98342" y="116682"/>
                    </a:lnTo>
                    <a:close/>
                    <a:moveTo>
                      <a:pt x="115801" y="107281"/>
                    </a:moveTo>
                    <a:cubicBezTo>
                      <a:pt x="115801" y="108571"/>
                      <a:pt x="114696" y="109677"/>
                      <a:pt x="113149" y="109677"/>
                    </a:cubicBezTo>
                    <a:cubicBezTo>
                      <a:pt x="6850" y="109677"/>
                      <a:pt x="6850" y="109677"/>
                      <a:pt x="6850" y="109677"/>
                    </a:cubicBezTo>
                    <a:cubicBezTo>
                      <a:pt x="5303" y="109677"/>
                      <a:pt x="3977" y="108571"/>
                      <a:pt x="3977" y="107281"/>
                    </a:cubicBezTo>
                    <a:cubicBezTo>
                      <a:pt x="3977" y="87926"/>
                      <a:pt x="3977" y="87926"/>
                      <a:pt x="3977" y="87926"/>
                    </a:cubicBezTo>
                    <a:cubicBezTo>
                      <a:pt x="3977" y="86635"/>
                      <a:pt x="5303" y="85714"/>
                      <a:pt x="6850" y="85714"/>
                    </a:cubicBezTo>
                    <a:cubicBezTo>
                      <a:pt x="113149" y="85714"/>
                      <a:pt x="113149" y="85714"/>
                      <a:pt x="113149" y="85714"/>
                    </a:cubicBezTo>
                    <a:cubicBezTo>
                      <a:pt x="114696" y="85714"/>
                      <a:pt x="115801" y="86635"/>
                      <a:pt x="115801" y="87926"/>
                    </a:cubicBezTo>
                    <a:lnTo>
                      <a:pt x="115801" y="107281"/>
                    </a:lnTo>
                    <a:close/>
                    <a:moveTo>
                      <a:pt x="115801" y="80000"/>
                    </a:moveTo>
                    <a:cubicBezTo>
                      <a:pt x="115801" y="81290"/>
                      <a:pt x="114696" y="82211"/>
                      <a:pt x="113149" y="82211"/>
                    </a:cubicBezTo>
                    <a:cubicBezTo>
                      <a:pt x="6850" y="82211"/>
                      <a:pt x="6850" y="82211"/>
                      <a:pt x="6850" y="82211"/>
                    </a:cubicBezTo>
                    <a:cubicBezTo>
                      <a:pt x="5303" y="82211"/>
                      <a:pt x="3977" y="81290"/>
                      <a:pt x="3977" y="80000"/>
                    </a:cubicBezTo>
                    <a:cubicBezTo>
                      <a:pt x="3977" y="60460"/>
                      <a:pt x="3977" y="60460"/>
                      <a:pt x="3977" y="60460"/>
                    </a:cubicBezTo>
                    <a:cubicBezTo>
                      <a:pt x="3977" y="59354"/>
                      <a:pt x="5303" y="58248"/>
                      <a:pt x="6850" y="58248"/>
                    </a:cubicBezTo>
                    <a:cubicBezTo>
                      <a:pt x="113149" y="58248"/>
                      <a:pt x="113149" y="58248"/>
                      <a:pt x="113149" y="58248"/>
                    </a:cubicBezTo>
                    <a:cubicBezTo>
                      <a:pt x="114696" y="58248"/>
                      <a:pt x="115801" y="59354"/>
                      <a:pt x="115801" y="60460"/>
                    </a:cubicBezTo>
                    <a:lnTo>
                      <a:pt x="115801" y="80000"/>
                    </a:lnTo>
                    <a:close/>
                    <a:moveTo>
                      <a:pt x="115801" y="52534"/>
                    </a:moveTo>
                    <a:cubicBezTo>
                      <a:pt x="115801" y="53824"/>
                      <a:pt x="114696" y="54930"/>
                      <a:pt x="113149" y="54930"/>
                    </a:cubicBezTo>
                    <a:cubicBezTo>
                      <a:pt x="6850" y="54930"/>
                      <a:pt x="6850" y="54930"/>
                      <a:pt x="6850" y="54930"/>
                    </a:cubicBezTo>
                    <a:cubicBezTo>
                      <a:pt x="5303" y="54930"/>
                      <a:pt x="3977" y="53824"/>
                      <a:pt x="3977" y="52534"/>
                    </a:cubicBezTo>
                    <a:cubicBezTo>
                      <a:pt x="3977" y="33179"/>
                      <a:pt x="3977" y="33179"/>
                      <a:pt x="3977" y="33179"/>
                    </a:cubicBezTo>
                    <a:cubicBezTo>
                      <a:pt x="3977" y="31889"/>
                      <a:pt x="5303" y="30783"/>
                      <a:pt x="6850" y="30783"/>
                    </a:cubicBezTo>
                    <a:cubicBezTo>
                      <a:pt x="113149" y="30783"/>
                      <a:pt x="113149" y="30783"/>
                      <a:pt x="113149" y="30783"/>
                    </a:cubicBezTo>
                    <a:cubicBezTo>
                      <a:pt x="114696" y="30783"/>
                      <a:pt x="115801" y="31889"/>
                      <a:pt x="115801" y="33179"/>
                    </a:cubicBezTo>
                    <a:lnTo>
                      <a:pt x="115801" y="52534"/>
                    </a:lnTo>
                    <a:close/>
                    <a:moveTo>
                      <a:pt x="115801" y="25253"/>
                    </a:moveTo>
                    <a:cubicBezTo>
                      <a:pt x="115801" y="26359"/>
                      <a:pt x="114696" y="27465"/>
                      <a:pt x="113149" y="27465"/>
                    </a:cubicBezTo>
                    <a:cubicBezTo>
                      <a:pt x="6850" y="27465"/>
                      <a:pt x="6850" y="27465"/>
                      <a:pt x="6850" y="27465"/>
                    </a:cubicBezTo>
                    <a:cubicBezTo>
                      <a:pt x="5303" y="27465"/>
                      <a:pt x="3977" y="26359"/>
                      <a:pt x="3977" y="25253"/>
                    </a:cubicBezTo>
                    <a:cubicBezTo>
                      <a:pt x="3977" y="5714"/>
                      <a:pt x="3977" y="5714"/>
                      <a:pt x="3977" y="5714"/>
                    </a:cubicBezTo>
                    <a:cubicBezTo>
                      <a:pt x="3977" y="4423"/>
                      <a:pt x="5303" y="3502"/>
                      <a:pt x="6850" y="3502"/>
                    </a:cubicBezTo>
                    <a:cubicBezTo>
                      <a:pt x="113149" y="3502"/>
                      <a:pt x="113149" y="3502"/>
                      <a:pt x="113149" y="3502"/>
                    </a:cubicBezTo>
                    <a:cubicBezTo>
                      <a:pt x="114696" y="3502"/>
                      <a:pt x="115801" y="4423"/>
                      <a:pt x="115801" y="5714"/>
                    </a:cubicBezTo>
                    <a:lnTo>
                      <a:pt x="115801" y="25253"/>
                    </a:lnTo>
                    <a:close/>
                    <a:moveTo>
                      <a:pt x="37348" y="39815"/>
                    </a:moveTo>
                    <a:cubicBezTo>
                      <a:pt x="35359" y="39815"/>
                      <a:pt x="33812" y="41290"/>
                      <a:pt x="33812" y="42764"/>
                    </a:cubicBezTo>
                    <a:cubicBezTo>
                      <a:pt x="33812" y="44423"/>
                      <a:pt x="35359" y="45898"/>
                      <a:pt x="37348" y="45898"/>
                    </a:cubicBezTo>
                    <a:cubicBezTo>
                      <a:pt x="39337" y="45898"/>
                      <a:pt x="40883" y="44423"/>
                      <a:pt x="40883" y="42764"/>
                    </a:cubicBezTo>
                    <a:cubicBezTo>
                      <a:pt x="40883" y="41290"/>
                      <a:pt x="39337" y="39815"/>
                      <a:pt x="37348" y="39815"/>
                    </a:cubicBezTo>
                    <a:close/>
                    <a:moveTo>
                      <a:pt x="36906" y="42764"/>
                    </a:moveTo>
                    <a:cubicBezTo>
                      <a:pt x="36906" y="42580"/>
                      <a:pt x="37127" y="42396"/>
                      <a:pt x="37348" y="42396"/>
                    </a:cubicBezTo>
                    <a:cubicBezTo>
                      <a:pt x="37569" y="42396"/>
                      <a:pt x="37790" y="42580"/>
                      <a:pt x="37790" y="42764"/>
                    </a:cubicBezTo>
                    <a:cubicBezTo>
                      <a:pt x="37790" y="43317"/>
                      <a:pt x="36906" y="43317"/>
                      <a:pt x="36906" y="42764"/>
                    </a:cubicBezTo>
                    <a:close/>
                    <a:moveTo>
                      <a:pt x="22541" y="39815"/>
                    </a:moveTo>
                    <a:cubicBezTo>
                      <a:pt x="20552" y="39815"/>
                      <a:pt x="19005" y="41290"/>
                      <a:pt x="19005" y="42764"/>
                    </a:cubicBezTo>
                    <a:cubicBezTo>
                      <a:pt x="19005" y="44423"/>
                      <a:pt x="20552" y="45898"/>
                      <a:pt x="22541" y="45898"/>
                    </a:cubicBezTo>
                    <a:cubicBezTo>
                      <a:pt x="24530" y="45898"/>
                      <a:pt x="26077" y="44423"/>
                      <a:pt x="26077" y="42764"/>
                    </a:cubicBezTo>
                    <a:cubicBezTo>
                      <a:pt x="26077" y="41290"/>
                      <a:pt x="24530" y="39815"/>
                      <a:pt x="22541" y="39815"/>
                    </a:cubicBezTo>
                    <a:close/>
                    <a:moveTo>
                      <a:pt x="22099" y="42764"/>
                    </a:moveTo>
                    <a:cubicBezTo>
                      <a:pt x="22099" y="42580"/>
                      <a:pt x="22320" y="42396"/>
                      <a:pt x="22541" y="42396"/>
                    </a:cubicBezTo>
                    <a:cubicBezTo>
                      <a:pt x="22762" y="42396"/>
                      <a:pt x="22983" y="42580"/>
                      <a:pt x="22983" y="42764"/>
                    </a:cubicBezTo>
                    <a:cubicBezTo>
                      <a:pt x="22983" y="43317"/>
                      <a:pt x="22099" y="43317"/>
                      <a:pt x="22099" y="42764"/>
                    </a:cubicBezTo>
                    <a:close/>
                    <a:moveTo>
                      <a:pt x="52154" y="39815"/>
                    </a:moveTo>
                    <a:cubicBezTo>
                      <a:pt x="50165" y="39815"/>
                      <a:pt x="48618" y="41290"/>
                      <a:pt x="48618" y="42764"/>
                    </a:cubicBezTo>
                    <a:cubicBezTo>
                      <a:pt x="48618" y="44423"/>
                      <a:pt x="50165" y="45898"/>
                      <a:pt x="52154" y="45898"/>
                    </a:cubicBezTo>
                    <a:cubicBezTo>
                      <a:pt x="54143" y="45898"/>
                      <a:pt x="55690" y="44423"/>
                      <a:pt x="55690" y="42764"/>
                    </a:cubicBezTo>
                    <a:cubicBezTo>
                      <a:pt x="55690" y="41290"/>
                      <a:pt x="54143" y="39815"/>
                      <a:pt x="52154" y="39815"/>
                    </a:cubicBezTo>
                    <a:close/>
                    <a:moveTo>
                      <a:pt x="51712" y="42764"/>
                    </a:moveTo>
                    <a:cubicBezTo>
                      <a:pt x="51712" y="42580"/>
                      <a:pt x="51933" y="42396"/>
                      <a:pt x="52154" y="42396"/>
                    </a:cubicBezTo>
                    <a:cubicBezTo>
                      <a:pt x="52596" y="42396"/>
                      <a:pt x="52817" y="42580"/>
                      <a:pt x="52817" y="42764"/>
                    </a:cubicBezTo>
                    <a:cubicBezTo>
                      <a:pt x="52817" y="43317"/>
                      <a:pt x="51712" y="43317"/>
                      <a:pt x="51712" y="42764"/>
                    </a:cubicBezTo>
                    <a:close/>
                    <a:moveTo>
                      <a:pt x="104972" y="41105"/>
                    </a:moveTo>
                    <a:cubicBezTo>
                      <a:pt x="78011" y="41105"/>
                      <a:pt x="78011" y="41105"/>
                      <a:pt x="78011" y="41105"/>
                    </a:cubicBezTo>
                    <a:cubicBezTo>
                      <a:pt x="76906" y="41105"/>
                      <a:pt x="76022" y="41843"/>
                      <a:pt x="76022" y="42764"/>
                    </a:cubicBezTo>
                    <a:cubicBezTo>
                      <a:pt x="76022" y="43870"/>
                      <a:pt x="76906" y="44608"/>
                      <a:pt x="78011" y="44608"/>
                    </a:cubicBezTo>
                    <a:cubicBezTo>
                      <a:pt x="104972" y="44608"/>
                      <a:pt x="104972" y="44608"/>
                      <a:pt x="104972" y="44608"/>
                    </a:cubicBezTo>
                    <a:cubicBezTo>
                      <a:pt x="106077" y="44608"/>
                      <a:pt x="106961" y="43870"/>
                      <a:pt x="106961" y="42764"/>
                    </a:cubicBezTo>
                    <a:cubicBezTo>
                      <a:pt x="106961" y="41843"/>
                      <a:pt x="106077" y="41105"/>
                      <a:pt x="104972" y="41105"/>
                    </a:cubicBezTo>
                    <a:close/>
                    <a:moveTo>
                      <a:pt x="22541" y="12534"/>
                    </a:moveTo>
                    <a:cubicBezTo>
                      <a:pt x="20552" y="12534"/>
                      <a:pt x="19005" y="13824"/>
                      <a:pt x="19005" y="15483"/>
                    </a:cubicBezTo>
                    <a:cubicBezTo>
                      <a:pt x="19005" y="17142"/>
                      <a:pt x="20552" y="18433"/>
                      <a:pt x="22541" y="18433"/>
                    </a:cubicBezTo>
                    <a:cubicBezTo>
                      <a:pt x="24530" y="18433"/>
                      <a:pt x="26077" y="17142"/>
                      <a:pt x="26077" y="15483"/>
                    </a:cubicBezTo>
                    <a:cubicBezTo>
                      <a:pt x="26077" y="13824"/>
                      <a:pt x="24530" y="12534"/>
                      <a:pt x="22541" y="12534"/>
                    </a:cubicBezTo>
                    <a:close/>
                    <a:moveTo>
                      <a:pt x="22099" y="15483"/>
                    </a:moveTo>
                    <a:cubicBezTo>
                      <a:pt x="22099" y="15299"/>
                      <a:pt x="22320" y="15115"/>
                      <a:pt x="22541" y="15115"/>
                    </a:cubicBezTo>
                    <a:cubicBezTo>
                      <a:pt x="22762" y="15115"/>
                      <a:pt x="22983" y="15299"/>
                      <a:pt x="22983" y="15483"/>
                    </a:cubicBezTo>
                    <a:cubicBezTo>
                      <a:pt x="22983" y="16036"/>
                      <a:pt x="22099" y="16036"/>
                      <a:pt x="22099" y="15483"/>
                    </a:cubicBezTo>
                    <a:close/>
                  </a:path>
                </a:pathLst>
              </a:custGeom>
              <a:solidFill>
                <a:schemeClr val="tx1"/>
              </a:solidFill>
              <a:ln>
                <a:noFill/>
              </a:ln>
            </p:spPr>
            <p:txBody>
              <a:bodyPr lIns="91400" tIns="45700" rIns="91400" bIns="45700" anchor="t" anchorCtr="0">
                <a:noAutofit/>
              </a:bodyPr>
              <a:lstStyle/>
              <a:p>
                <a:pPr>
                  <a:buClr>
                    <a:srgbClr val="000000"/>
                  </a:buClr>
                </a:pPr>
                <a:endParaRPr>
                  <a:solidFill>
                    <a:srgbClr val="394E55"/>
                  </a:solidFill>
                  <a:latin typeface="Arial"/>
                  <a:ea typeface="Arial"/>
                  <a:cs typeface="Arial"/>
                  <a:sym typeface="Arial"/>
                </a:endParaRPr>
              </a:p>
            </p:txBody>
          </p:sp>
          <p:sp>
            <p:nvSpPr>
              <p:cNvPr id="1228" name="Shape 1228"/>
              <p:cNvSpPr/>
              <p:nvPr/>
            </p:nvSpPr>
            <p:spPr>
              <a:xfrm>
                <a:off x="8410757" y="5271496"/>
                <a:ext cx="570207" cy="172805"/>
              </a:xfrm>
              <a:prstGeom prst="rect">
                <a:avLst/>
              </a:prstGeom>
              <a:solidFill>
                <a:schemeClr val="lt1"/>
              </a:solidFill>
              <a:ln>
                <a:noFill/>
              </a:ln>
            </p:spPr>
            <p:txBody>
              <a:bodyPr lIns="91433" tIns="45700" rIns="91433" bIns="45700" anchor="ctr" anchorCtr="0">
                <a:noAutofit/>
              </a:bodyPr>
              <a:lstStyle/>
              <a:p>
                <a:pPr algn="ctr">
                  <a:buClr>
                    <a:srgbClr val="000000"/>
                  </a:buClr>
                </a:pPr>
                <a:endParaRPr sz="1400">
                  <a:solidFill>
                    <a:srgbClr val="FFFFFF"/>
                  </a:solidFill>
                  <a:latin typeface="Arial"/>
                  <a:ea typeface="Arial"/>
                  <a:cs typeface="Arial"/>
                  <a:sym typeface="Arial"/>
                </a:endParaRPr>
              </a:p>
            </p:txBody>
          </p:sp>
          <p:sp>
            <p:nvSpPr>
              <p:cNvPr id="1229" name="Shape 1229"/>
              <p:cNvSpPr/>
              <p:nvPr/>
            </p:nvSpPr>
            <p:spPr>
              <a:xfrm>
                <a:off x="8393300" y="5341403"/>
                <a:ext cx="632290" cy="244539"/>
              </a:xfrm>
              <a:prstGeom prst="rect">
                <a:avLst/>
              </a:prstGeom>
              <a:solidFill>
                <a:schemeClr val="lt1"/>
              </a:solidFill>
              <a:ln>
                <a:noFill/>
              </a:ln>
            </p:spPr>
            <p:txBody>
              <a:bodyPr lIns="91433" tIns="45700" rIns="91433" bIns="45700" anchor="ctr" anchorCtr="0">
                <a:noAutofit/>
              </a:bodyPr>
              <a:lstStyle/>
              <a:p>
                <a:pPr algn="ctr">
                  <a:buClr>
                    <a:srgbClr val="000000"/>
                  </a:buClr>
                </a:pPr>
                <a:endParaRPr sz="1400">
                  <a:solidFill>
                    <a:srgbClr val="FFFFFF"/>
                  </a:solidFill>
                  <a:latin typeface="Arial"/>
                  <a:ea typeface="Arial"/>
                  <a:cs typeface="Arial"/>
                  <a:sym typeface="Arial"/>
                </a:endParaRPr>
              </a:p>
            </p:txBody>
          </p:sp>
        </p:grpSp>
        <p:sp>
          <p:nvSpPr>
            <p:cNvPr id="1230" name="Shape 1230"/>
            <p:cNvSpPr/>
            <p:nvPr/>
          </p:nvSpPr>
          <p:spPr>
            <a:xfrm>
              <a:off x="8466295" y="5271496"/>
              <a:ext cx="485437" cy="321015"/>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121900" tIns="60933" rIns="121900" bIns="60933" anchor="t" anchorCtr="0">
              <a:noAutofit/>
            </a:bodyPr>
            <a:lstStyle/>
            <a:p>
              <a:pPr>
                <a:buClr>
                  <a:srgbClr val="000000"/>
                </a:buClr>
              </a:pPr>
              <a:endParaRPr sz="2400">
                <a:solidFill>
                  <a:srgbClr val="000000"/>
                </a:solidFill>
                <a:latin typeface="Arial"/>
                <a:ea typeface="Arial"/>
                <a:cs typeface="Arial"/>
                <a:sym typeface="Arial"/>
              </a:endParaRPr>
            </a:p>
          </p:txBody>
        </p:sp>
      </p:grpSp>
      <p:sp>
        <p:nvSpPr>
          <p:cNvPr id="1231" name="Shape 1231"/>
          <p:cNvSpPr/>
          <p:nvPr/>
        </p:nvSpPr>
        <p:spPr>
          <a:xfrm>
            <a:off x="565830" y="1965039"/>
            <a:ext cx="2720945" cy="309291"/>
          </a:xfrm>
          <a:prstGeom prst="rect">
            <a:avLst/>
          </a:prstGeom>
          <a:noFill/>
          <a:ln>
            <a:noFill/>
          </a:ln>
        </p:spPr>
        <p:txBody>
          <a:bodyPr lIns="121900" tIns="60933" rIns="121900" bIns="60933" anchor="t" anchorCtr="0">
            <a:noAutofit/>
          </a:bodyPr>
          <a:lstStyle/>
          <a:p>
            <a:pPr algn="ctr">
              <a:buClr>
                <a:srgbClr val="1C2B30"/>
              </a:buClr>
              <a:buSzPct val="25000"/>
            </a:pPr>
            <a:r>
              <a:rPr lang="en" sz="1867" b="1">
                <a:solidFill>
                  <a:srgbClr val="394E55"/>
                </a:solidFill>
                <a:latin typeface="Comfortaa"/>
                <a:ea typeface="Comfortaa"/>
                <a:cs typeface="Comfortaa"/>
                <a:sym typeface="Comfortaa"/>
              </a:rPr>
              <a:t>DEVELOPERS</a:t>
            </a:r>
          </a:p>
          <a:p>
            <a:pPr algn="ctr">
              <a:buClr>
                <a:srgbClr val="1C2B30"/>
              </a:buClr>
            </a:pPr>
            <a:endParaRPr sz="1867">
              <a:solidFill>
                <a:srgbClr val="394E55"/>
              </a:solidFill>
              <a:latin typeface="Comfortaa"/>
              <a:ea typeface="Comfortaa"/>
              <a:cs typeface="Comfortaa"/>
              <a:sym typeface="Comfortaa"/>
            </a:endParaRPr>
          </a:p>
        </p:txBody>
      </p:sp>
      <p:sp>
        <p:nvSpPr>
          <p:cNvPr id="1232" name="Shape 1232"/>
          <p:cNvSpPr/>
          <p:nvPr/>
        </p:nvSpPr>
        <p:spPr>
          <a:xfrm>
            <a:off x="8874614" y="1965039"/>
            <a:ext cx="2443772" cy="335440"/>
          </a:xfrm>
          <a:prstGeom prst="rect">
            <a:avLst/>
          </a:prstGeom>
          <a:noFill/>
          <a:ln>
            <a:noFill/>
          </a:ln>
        </p:spPr>
        <p:txBody>
          <a:bodyPr lIns="121900" tIns="60933" rIns="121900" bIns="60933" anchor="t" anchorCtr="0">
            <a:noAutofit/>
          </a:bodyPr>
          <a:lstStyle/>
          <a:p>
            <a:pPr algn="ctr">
              <a:buClr>
                <a:srgbClr val="1C2B30"/>
              </a:buClr>
              <a:buSzPct val="25000"/>
            </a:pPr>
            <a:r>
              <a:rPr lang="en" sz="1867" b="1" dirty="0">
                <a:latin typeface="Comfortaa"/>
                <a:ea typeface="Comfortaa"/>
                <a:cs typeface="Comfortaa"/>
                <a:sym typeface="Comfortaa"/>
              </a:rPr>
              <a:t>IT OPERATIONS</a:t>
            </a:r>
          </a:p>
        </p:txBody>
      </p:sp>
      <p:sp>
        <p:nvSpPr>
          <p:cNvPr id="1233" name="Shape 1233"/>
          <p:cNvSpPr txBox="1"/>
          <p:nvPr/>
        </p:nvSpPr>
        <p:spPr>
          <a:xfrm>
            <a:off x="9348777" y="3469424"/>
            <a:ext cx="1395748" cy="222169"/>
          </a:xfrm>
          <a:prstGeom prst="rect">
            <a:avLst/>
          </a:prstGeom>
          <a:noFill/>
          <a:ln>
            <a:noFill/>
          </a:ln>
        </p:spPr>
        <p:txBody>
          <a:bodyPr lIns="121900" tIns="60933" rIns="121900" bIns="60933" anchor="t" anchorCtr="0">
            <a:noAutofit/>
          </a:bodyPr>
          <a:lstStyle/>
          <a:p>
            <a:pPr algn="ctr">
              <a:buClr>
                <a:srgbClr val="7F7F7F"/>
              </a:buClr>
              <a:buSzPct val="25000"/>
            </a:pPr>
            <a:r>
              <a:rPr lang="en" sz="1067" b="1" dirty="0">
                <a:latin typeface="Arial"/>
                <a:ea typeface="Arial"/>
                <a:cs typeface="Arial"/>
                <a:sym typeface="Arial"/>
              </a:rPr>
              <a:t> Control Plane</a:t>
            </a:r>
          </a:p>
        </p:txBody>
      </p:sp>
      <p:sp>
        <p:nvSpPr>
          <p:cNvPr id="1234" name="Shape 1234"/>
          <p:cNvSpPr/>
          <p:nvPr/>
        </p:nvSpPr>
        <p:spPr>
          <a:xfrm rot="-5400000">
            <a:off x="4383977" y="3207961"/>
            <a:ext cx="3855999" cy="1562000"/>
          </a:xfrm>
          <a:prstGeom prst="rect">
            <a:avLst/>
          </a:prstGeom>
          <a:noFill/>
          <a:ln w="12700" cap="flat" cmpd="sng">
            <a:solidFill>
              <a:srgbClr val="FFC000"/>
            </a:solidFill>
            <a:prstDash val="solid"/>
            <a:round/>
            <a:headEnd type="none" w="med" len="med"/>
            <a:tailEnd type="none" w="med" len="med"/>
          </a:ln>
        </p:spPr>
        <p:txBody>
          <a:bodyPr lIns="68567" tIns="34267" rIns="68567" bIns="34267" anchor="ctr" anchorCtr="0">
            <a:noAutofit/>
          </a:bodyPr>
          <a:lstStyle/>
          <a:p>
            <a:pPr algn="ctr">
              <a:buClr>
                <a:srgbClr val="000000"/>
              </a:buClr>
            </a:pPr>
            <a:endParaRPr sz="1100">
              <a:latin typeface="Comfortaa"/>
              <a:ea typeface="Comfortaa"/>
              <a:cs typeface="Comfortaa"/>
              <a:sym typeface="Comfortaa"/>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Shape 1239"/>
          <p:cNvSpPr txBox="1">
            <a:spLocks noGrp="1"/>
          </p:cNvSpPr>
          <p:nvPr>
            <p:ph type="title"/>
          </p:nvPr>
        </p:nvSpPr>
        <p:spPr>
          <a:xfrm>
            <a:off x="323850" y="277309"/>
            <a:ext cx="11525249" cy="817560"/>
          </a:xfrm>
          <a:prstGeom prst="rect">
            <a:avLst/>
          </a:prstGeom>
          <a:noFill/>
          <a:ln>
            <a:noFill/>
          </a:ln>
        </p:spPr>
        <p:txBody>
          <a:bodyPr vert="horz" lIns="121900" tIns="121900" rIns="121900" bIns="121900" rtlCol="0" anchor="ctr" anchorCtr="0">
            <a:noAutofit/>
          </a:bodyPr>
          <a:lstStyle/>
          <a:p>
            <a:pPr>
              <a:lnSpc>
                <a:spcPct val="100000"/>
              </a:lnSpc>
              <a:buSzPct val="25000"/>
            </a:pPr>
            <a:r>
              <a:rPr lang="en" sz="3733" dirty="0">
                <a:solidFill>
                  <a:schemeClr val="tx1"/>
                </a:solidFill>
              </a:rPr>
              <a:t>Containers as a Service</a:t>
            </a:r>
          </a:p>
        </p:txBody>
      </p:sp>
      <p:sp>
        <p:nvSpPr>
          <p:cNvPr id="1240" name="Shape 1240"/>
          <p:cNvSpPr/>
          <p:nvPr/>
        </p:nvSpPr>
        <p:spPr>
          <a:xfrm>
            <a:off x="1620593" y="3268395"/>
            <a:ext cx="3336280" cy="2861880"/>
          </a:xfrm>
          <a:prstGeom prst="homePlate">
            <a:avLst>
              <a:gd name="adj" fmla="val 39387"/>
            </a:avLst>
          </a:prstGeom>
          <a:solidFill>
            <a:srgbClr val="FFFFFF"/>
          </a:solidFill>
          <a:ln w="9525" cap="flat" cmpd="sng">
            <a:solidFill>
              <a:srgbClr val="D9D9D9"/>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1241" name="Shape 1241"/>
          <p:cNvCxnSpPr/>
          <p:nvPr/>
        </p:nvCxnSpPr>
        <p:spPr>
          <a:xfrm rot="10800000" flipH="1">
            <a:off x="6667381" y="3990281"/>
            <a:ext cx="1473564" cy="620432"/>
          </a:xfrm>
          <a:prstGeom prst="straightConnector1">
            <a:avLst/>
          </a:prstGeom>
          <a:noFill/>
          <a:ln w="12700" cap="flat" cmpd="sng">
            <a:solidFill>
              <a:srgbClr val="A5A5A5"/>
            </a:solidFill>
            <a:prstDash val="solid"/>
            <a:round/>
            <a:headEnd type="none" w="med" len="med"/>
            <a:tailEnd type="stealth" w="lg" len="lg"/>
          </a:ln>
        </p:spPr>
      </p:cxnSp>
      <p:cxnSp>
        <p:nvCxnSpPr>
          <p:cNvPr id="1242" name="Shape 1242"/>
          <p:cNvCxnSpPr/>
          <p:nvPr/>
        </p:nvCxnSpPr>
        <p:spPr>
          <a:xfrm>
            <a:off x="6542649" y="4834493"/>
            <a:ext cx="1533336" cy="1101833"/>
          </a:xfrm>
          <a:prstGeom prst="straightConnector1">
            <a:avLst/>
          </a:prstGeom>
          <a:noFill/>
          <a:ln w="12700" cap="flat" cmpd="sng">
            <a:solidFill>
              <a:srgbClr val="A5A5A5"/>
            </a:solidFill>
            <a:prstDash val="solid"/>
            <a:round/>
            <a:headEnd type="none" w="med" len="med"/>
            <a:tailEnd type="stealth" w="lg" len="lg"/>
          </a:ln>
        </p:spPr>
      </p:cxnSp>
      <p:pic>
        <p:nvPicPr>
          <p:cNvPr id="1243" name="Shape 1243"/>
          <p:cNvPicPr preferRelativeResize="0"/>
          <p:nvPr/>
        </p:nvPicPr>
        <p:blipFill rotWithShape="1">
          <a:blip r:embed="rId3">
            <a:alphaModFix/>
          </a:blip>
          <a:srcRect/>
          <a:stretch/>
        </p:blipFill>
        <p:spPr>
          <a:xfrm>
            <a:off x="1998834" y="3452086"/>
            <a:ext cx="493589" cy="493589"/>
          </a:xfrm>
          <a:prstGeom prst="rect">
            <a:avLst/>
          </a:prstGeom>
          <a:noFill/>
          <a:ln>
            <a:noFill/>
          </a:ln>
        </p:spPr>
      </p:pic>
      <p:pic>
        <p:nvPicPr>
          <p:cNvPr id="1244" name="Shape 1244"/>
          <p:cNvPicPr preferRelativeResize="0"/>
          <p:nvPr/>
        </p:nvPicPr>
        <p:blipFill rotWithShape="1">
          <a:blip r:embed="rId3">
            <a:alphaModFix/>
          </a:blip>
          <a:srcRect/>
          <a:stretch/>
        </p:blipFill>
        <p:spPr>
          <a:xfrm>
            <a:off x="2002094" y="4450276"/>
            <a:ext cx="493589" cy="493589"/>
          </a:xfrm>
          <a:prstGeom prst="rect">
            <a:avLst/>
          </a:prstGeom>
          <a:noFill/>
          <a:ln>
            <a:noFill/>
          </a:ln>
        </p:spPr>
      </p:pic>
      <p:pic>
        <p:nvPicPr>
          <p:cNvPr id="1245" name="Shape 1245"/>
          <p:cNvPicPr preferRelativeResize="0"/>
          <p:nvPr/>
        </p:nvPicPr>
        <p:blipFill rotWithShape="1">
          <a:blip r:embed="rId3">
            <a:alphaModFix/>
          </a:blip>
          <a:srcRect/>
          <a:stretch/>
        </p:blipFill>
        <p:spPr>
          <a:xfrm>
            <a:off x="1999755" y="5364228"/>
            <a:ext cx="493589" cy="493589"/>
          </a:xfrm>
          <a:prstGeom prst="rect">
            <a:avLst/>
          </a:prstGeom>
          <a:noFill/>
          <a:ln>
            <a:noFill/>
          </a:ln>
        </p:spPr>
      </p:pic>
      <p:pic>
        <p:nvPicPr>
          <p:cNvPr id="1246" name="Shape 1246"/>
          <p:cNvPicPr preferRelativeResize="0"/>
          <p:nvPr/>
        </p:nvPicPr>
        <p:blipFill rotWithShape="1">
          <a:blip r:embed="rId4">
            <a:alphaModFix/>
          </a:blip>
          <a:srcRect/>
          <a:stretch/>
        </p:blipFill>
        <p:spPr>
          <a:xfrm>
            <a:off x="9165976" y="2795999"/>
            <a:ext cx="760925" cy="598063"/>
          </a:xfrm>
          <a:prstGeom prst="rect">
            <a:avLst/>
          </a:prstGeom>
          <a:noFill/>
          <a:ln>
            <a:noFill/>
          </a:ln>
        </p:spPr>
      </p:pic>
      <p:grpSp>
        <p:nvGrpSpPr>
          <p:cNvPr id="1247" name="Shape 1247"/>
          <p:cNvGrpSpPr/>
          <p:nvPr/>
        </p:nvGrpSpPr>
        <p:grpSpPr>
          <a:xfrm>
            <a:off x="4973417" y="3422076"/>
            <a:ext cx="1812648" cy="2343096"/>
            <a:chOff x="3301744" y="2117831"/>
            <a:chExt cx="1359486" cy="1757322"/>
          </a:xfrm>
        </p:grpSpPr>
        <p:sp>
          <p:nvSpPr>
            <p:cNvPr id="1248" name="Shape 1248"/>
            <p:cNvSpPr/>
            <p:nvPr/>
          </p:nvSpPr>
          <p:spPr>
            <a:xfrm rot="-5400000">
              <a:off x="3102826" y="2316749"/>
              <a:ext cx="1757322" cy="1359486"/>
            </a:xfrm>
            <a:prstGeom prst="homePlate">
              <a:avLst>
                <a:gd name="adj" fmla="val 50000"/>
              </a:avLst>
            </a:prstGeom>
            <a:solidFill>
              <a:srgbClr val="F2F2F2"/>
            </a:solidFill>
            <a:ln w="9525" cap="flat" cmpd="sng">
              <a:solidFill>
                <a:srgbClr val="F2F2F2"/>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grpSp>
          <p:nvGrpSpPr>
            <p:cNvPr id="1249" name="Shape 1249"/>
            <p:cNvGrpSpPr/>
            <p:nvPr/>
          </p:nvGrpSpPr>
          <p:grpSpPr>
            <a:xfrm>
              <a:off x="3577155" y="2466424"/>
              <a:ext cx="295885" cy="1248903"/>
              <a:chOff x="4175791" y="2435266"/>
              <a:chExt cx="297718" cy="1300700"/>
            </a:xfrm>
          </p:grpSpPr>
          <p:pic>
            <p:nvPicPr>
              <p:cNvPr id="1250" name="Shape 1250"/>
              <p:cNvPicPr preferRelativeResize="0"/>
              <p:nvPr/>
            </p:nvPicPr>
            <p:blipFill rotWithShape="1">
              <a:blip r:embed="rId5">
                <a:alphaModFix/>
              </a:blip>
              <a:srcRect/>
              <a:stretch/>
            </p:blipFill>
            <p:spPr>
              <a:xfrm>
                <a:off x="4180335" y="2435266"/>
                <a:ext cx="293174" cy="335965"/>
              </a:xfrm>
              <a:prstGeom prst="rect">
                <a:avLst/>
              </a:prstGeom>
              <a:noFill/>
              <a:ln>
                <a:noFill/>
              </a:ln>
            </p:spPr>
          </p:pic>
          <p:pic>
            <p:nvPicPr>
              <p:cNvPr id="1251" name="Shape 1251"/>
              <p:cNvPicPr preferRelativeResize="0"/>
              <p:nvPr/>
            </p:nvPicPr>
            <p:blipFill rotWithShape="1">
              <a:blip r:embed="rId5">
                <a:alphaModFix/>
              </a:blip>
              <a:srcRect/>
              <a:stretch/>
            </p:blipFill>
            <p:spPr>
              <a:xfrm>
                <a:off x="4178017" y="2934488"/>
                <a:ext cx="293174" cy="335965"/>
              </a:xfrm>
              <a:prstGeom prst="rect">
                <a:avLst/>
              </a:prstGeom>
              <a:noFill/>
              <a:ln>
                <a:noFill/>
              </a:ln>
            </p:spPr>
          </p:pic>
          <p:pic>
            <p:nvPicPr>
              <p:cNvPr id="1252" name="Shape 1252"/>
              <p:cNvPicPr preferRelativeResize="0"/>
              <p:nvPr/>
            </p:nvPicPr>
            <p:blipFill rotWithShape="1">
              <a:blip r:embed="rId5">
                <a:alphaModFix/>
              </a:blip>
              <a:srcRect/>
              <a:stretch/>
            </p:blipFill>
            <p:spPr>
              <a:xfrm>
                <a:off x="4175791" y="3400001"/>
                <a:ext cx="293174" cy="335965"/>
              </a:xfrm>
              <a:prstGeom prst="rect">
                <a:avLst/>
              </a:prstGeom>
              <a:noFill/>
              <a:ln>
                <a:noFill/>
              </a:ln>
            </p:spPr>
          </p:pic>
        </p:grpSp>
      </p:grpSp>
      <p:sp>
        <p:nvSpPr>
          <p:cNvPr id="1253" name="Shape 1253"/>
          <p:cNvSpPr/>
          <p:nvPr/>
        </p:nvSpPr>
        <p:spPr>
          <a:xfrm rot="5400000">
            <a:off x="8196608" y="-692274"/>
            <a:ext cx="296155" cy="4852011"/>
          </a:xfrm>
          <a:prstGeom prst="leftBracket">
            <a:avLst>
              <a:gd name="adj" fmla="val 0"/>
            </a:avLst>
          </a:prstGeom>
          <a:noFill/>
          <a:ln w="25400" cap="flat" cmpd="sng">
            <a:solidFill>
              <a:srgbClr val="FFC000"/>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1254" name="Shape 1254"/>
          <p:cNvSpPr/>
          <p:nvPr/>
        </p:nvSpPr>
        <p:spPr>
          <a:xfrm rot="5400000">
            <a:off x="3395280" y="-554177"/>
            <a:ext cx="296155" cy="4566597"/>
          </a:xfrm>
          <a:prstGeom prst="leftBracket">
            <a:avLst>
              <a:gd name="adj" fmla="val 0"/>
            </a:avLst>
          </a:prstGeom>
          <a:noFill/>
          <a:ln w="25400" cap="flat" cmpd="sng">
            <a:solidFill>
              <a:srgbClr val="FFC000"/>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1255" name="Shape 1255"/>
          <p:cNvSpPr/>
          <p:nvPr/>
        </p:nvSpPr>
        <p:spPr>
          <a:xfrm>
            <a:off x="2544634" y="1159267"/>
            <a:ext cx="2001385" cy="348812"/>
          </a:xfrm>
          <a:prstGeom prst="rect">
            <a:avLst/>
          </a:prstGeom>
          <a:noFill/>
          <a:ln>
            <a:noFill/>
          </a:ln>
        </p:spPr>
        <p:txBody>
          <a:bodyPr lIns="121900" tIns="60933" rIns="121900" bIns="60933" anchor="t" anchorCtr="0">
            <a:noAutofit/>
          </a:bodyPr>
          <a:lstStyle/>
          <a:p>
            <a:pPr algn="ctr">
              <a:buClr>
                <a:srgbClr val="1C2B30"/>
              </a:buClr>
              <a:buSzPct val="25000"/>
            </a:pPr>
            <a:r>
              <a:rPr lang="en" sz="1600" b="1" dirty="0">
                <a:latin typeface="Arial"/>
                <a:ea typeface="Arial"/>
                <a:cs typeface="Arial"/>
                <a:sym typeface="Arial"/>
              </a:rPr>
              <a:t>Developers</a:t>
            </a:r>
          </a:p>
          <a:p>
            <a:pPr algn="ctr">
              <a:buClr>
                <a:srgbClr val="1C2B30"/>
              </a:buClr>
            </a:pPr>
            <a:endParaRPr sz="1600" dirty="0">
              <a:latin typeface="Arial"/>
              <a:ea typeface="Arial"/>
              <a:cs typeface="Arial"/>
              <a:sym typeface="Arial"/>
            </a:endParaRPr>
          </a:p>
        </p:txBody>
      </p:sp>
      <p:sp>
        <p:nvSpPr>
          <p:cNvPr id="1256" name="Shape 1256"/>
          <p:cNvSpPr/>
          <p:nvPr/>
        </p:nvSpPr>
        <p:spPr>
          <a:xfrm>
            <a:off x="7274044" y="1156211"/>
            <a:ext cx="2001385" cy="348812"/>
          </a:xfrm>
          <a:prstGeom prst="rect">
            <a:avLst/>
          </a:prstGeom>
          <a:noFill/>
          <a:ln>
            <a:noFill/>
          </a:ln>
        </p:spPr>
        <p:txBody>
          <a:bodyPr lIns="121900" tIns="60933" rIns="121900" bIns="60933" anchor="t" anchorCtr="0">
            <a:noAutofit/>
          </a:bodyPr>
          <a:lstStyle/>
          <a:p>
            <a:pPr algn="ctr">
              <a:buClr>
                <a:srgbClr val="1C2B30"/>
              </a:buClr>
              <a:buSzPct val="25000"/>
            </a:pPr>
            <a:r>
              <a:rPr lang="en" sz="1600" b="1">
                <a:latin typeface="Arial"/>
                <a:ea typeface="Arial"/>
                <a:cs typeface="Arial"/>
                <a:sym typeface="Arial"/>
              </a:rPr>
              <a:t>IT Operations</a:t>
            </a:r>
          </a:p>
          <a:p>
            <a:pPr algn="ctr">
              <a:buClr>
                <a:srgbClr val="1C2B30"/>
              </a:buClr>
            </a:pPr>
            <a:endParaRPr sz="1600">
              <a:latin typeface="Arial"/>
              <a:ea typeface="Arial"/>
              <a:cs typeface="Arial"/>
              <a:sym typeface="Arial"/>
            </a:endParaRPr>
          </a:p>
        </p:txBody>
      </p:sp>
      <p:grpSp>
        <p:nvGrpSpPr>
          <p:cNvPr id="1257" name="Shape 1257"/>
          <p:cNvGrpSpPr/>
          <p:nvPr/>
        </p:nvGrpSpPr>
        <p:grpSpPr>
          <a:xfrm>
            <a:off x="2655731" y="3507217"/>
            <a:ext cx="549575" cy="390800"/>
            <a:chOff x="1676400" y="9809163"/>
            <a:chExt cx="1930399" cy="1366837"/>
          </a:xfrm>
        </p:grpSpPr>
        <p:sp>
          <p:nvSpPr>
            <p:cNvPr id="1258" name="Shape 1258"/>
            <p:cNvSpPr/>
            <p:nvPr/>
          </p:nvSpPr>
          <p:spPr>
            <a:xfrm>
              <a:off x="1816100" y="9809163"/>
              <a:ext cx="1650999" cy="987425"/>
            </a:xfrm>
            <a:custGeom>
              <a:avLst/>
              <a:gdLst/>
              <a:ahLst/>
              <a:cxnLst/>
              <a:rect l="0" t="0" r="0" b="0"/>
              <a:pathLst>
                <a:path w="120000" h="120000" extrusionOk="0">
                  <a:moveTo>
                    <a:pt x="116525" y="0"/>
                  </a:moveTo>
                  <a:lnTo>
                    <a:pt x="3487" y="0"/>
                  </a:lnTo>
                  <a:lnTo>
                    <a:pt x="3487" y="0"/>
                  </a:lnTo>
                  <a:lnTo>
                    <a:pt x="3308" y="0"/>
                  </a:lnTo>
                  <a:lnTo>
                    <a:pt x="3128" y="21"/>
                  </a:lnTo>
                  <a:lnTo>
                    <a:pt x="2961" y="64"/>
                  </a:lnTo>
                  <a:lnTo>
                    <a:pt x="2782" y="107"/>
                  </a:lnTo>
                  <a:lnTo>
                    <a:pt x="2628" y="193"/>
                  </a:lnTo>
                  <a:lnTo>
                    <a:pt x="2461" y="257"/>
                  </a:lnTo>
                  <a:lnTo>
                    <a:pt x="2295" y="343"/>
                  </a:lnTo>
                  <a:lnTo>
                    <a:pt x="2141" y="471"/>
                  </a:lnTo>
                  <a:lnTo>
                    <a:pt x="1833" y="707"/>
                  </a:lnTo>
                  <a:lnTo>
                    <a:pt x="1551" y="986"/>
                  </a:lnTo>
                  <a:lnTo>
                    <a:pt x="1269" y="1329"/>
                  </a:lnTo>
                  <a:lnTo>
                    <a:pt x="1025" y="1715"/>
                  </a:lnTo>
                  <a:lnTo>
                    <a:pt x="807" y="2123"/>
                  </a:lnTo>
                  <a:lnTo>
                    <a:pt x="602" y="2552"/>
                  </a:lnTo>
                  <a:lnTo>
                    <a:pt x="423" y="3045"/>
                  </a:lnTo>
                  <a:lnTo>
                    <a:pt x="282" y="3560"/>
                  </a:lnTo>
                  <a:lnTo>
                    <a:pt x="217" y="3839"/>
                  </a:lnTo>
                  <a:lnTo>
                    <a:pt x="166" y="4117"/>
                  </a:lnTo>
                  <a:lnTo>
                    <a:pt x="115" y="4375"/>
                  </a:lnTo>
                  <a:lnTo>
                    <a:pt x="89" y="4654"/>
                  </a:lnTo>
                  <a:lnTo>
                    <a:pt x="38" y="4932"/>
                  </a:lnTo>
                  <a:lnTo>
                    <a:pt x="25" y="5233"/>
                  </a:lnTo>
                  <a:lnTo>
                    <a:pt x="12" y="5533"/>
                  </a:lnTo>
                  <a:lnTo>
                    <a:pt x="0" y="5833"/>
                  </a:lnTo>
                  <a:lnTo>
                    <a:pt x="0" y="114166"/>
                  </a:lnTo>
                  <a:lnTo>
                    <a:pt x="0" y="114166"/>
                  </a:lnTo>
                  <a:lnTo>
                    <a:pt x="12" y="114466"/>
                  </a:lnTo>
                  <a:lnTo>
                    <a:pt x="25" y="114745"/>
                  </a:lnTo>
                  <a:lnTo>
                    <a:pt x="38" y="115045"/>
                  </a:lnTo>
                  <a:lnTo>
                    <a:pt x="89" y="115324"/>
                  </a:lnTo>
                  <a:lnTo>
                    <a:pt x="115" y="115624"/>
                  </a:lnTo>
                  <a:lnTo>
                    <a:pt x="166" y="115903"/>
                  </a:lnTo>
                  <a:lnTo>
                    <a:pt x="217" y="116160"/>
                  </a:lnTo>
                  <a:lnTo>
                    <a:pt x="282" y="116439"/>
                  </a:lnTo>
                  <a:lnTo>
                    <a:pt x="423" y="116954"/>
                  </a:lnTo>
                  <a:lnTo>
                    <a:pt x="602" y="117426"/>
                  </a:lnTo>
                  <a:lnTo>
                    <a:pt x="807" y="117876"/>
                  </a:lnTo>
                  <a:lnTo>
                    <a:pt x="1025" y="118284"/>
                  </a:lnTo>
                  <a:lnTo>
                    <a:pt x="1269" y="118648"/>
                  </a:lnTo>
                  <a:lnTo>
                    <a:pt x="1551" y="118991"/>
                  </a:lnTo>
                  <a:lnTo>
                    <a:pt x="1833" y="119292"/>
                  </a:lnTo>
                  <a:lnTo>
                    <a:pt x="2141" y="119528"/>
                  </a:lnTo>
                  <a:lnTo>
                    <a:pt x="2295" y="119656"/>
                  </a:lnTo>
                  <a:lnTo>
                    <a:pt x="2461" y="119742"/>
                  </a:lnTo>
                  <a:lnTo>
                    <a:pt x="2628" y="119806"/>
                  </a:lnTo>
                  <a:lnTo>
                    <a:pt x="2782" y="119871"/>
                  </a:lnTo>
                  <a:lnTo>
                    <a:pt x="2961" y="119914"/>
                  </a:lnTo>
                  <a:lnTo>
                    <a:pt x="3128" y="119978"/>
                  </a:lnTo>
                  <a:lnTo>
                    <a:pt x="3308" y="120000"/>
                  </a:lnTo>
                  <a:lnTo>
                    <a:pt x="3487" y="120000"/>
                  </a:lnTo>
                  <a:lnTo>
                    <a:pt x="116525" y="120000"/>
                  </a:lnTo>
                  <a:lnTo>
                    <a:pt x="116525" y="120000"/>
                  </a:lnTo>
                  <a:lnTo>
                    <a:pt x="116704" y="120000"/>
                  </a:lnTo>
                  <a:lnTo>
                    <a:pt x="116884" y="119978"/>
                  </a:lnTo>
                  <a:lnTo>
                    <a:pt x="117050" y="119914"/>
                  </a:lnTo>
                  <a:lnTo>
                    <a:pt x="117230" y="119871"/>
                  </a:lnTo>
                  <a:lnTo>
                    <a:pt x="117384" y="119806"/>
                  </a:lnTo>
                  <a:lnTo>
                    <a:pt x="117551" y="119742"/>
                  </a:lnTo>
                  <a:lnTo>
                    <a:pt x="117717" y="119656"/>
                  </a:lnTo>
                  <a:lnTo>
                    <a:pt x="117871" y="119528"/>
                  </a:lnTo>
                  <a:lnTo>
                    <a:pt x="118179" y="119292"/>
                  </a:lnTo>
                  <a:lnTo>
                    <a:pt x="118461" y="118991"/>
                  </a:lnTo>
                  <a:lnTo>
                    <a:pt x="118730" y="118648"/>
                  </a:lnTo>
                  <a:lnTo>
                    <a:pt x="118974" y="118284"/>
                  </a:lnTo>
                  <a:lnTo>
                    <a:pt x="119205" y="117876"/>
                  </a:lnTo>
                  <a:lnTo>
                    <a:pt x="119410" y="117426"/>
                  </a:lnTo>
                  <a:lnTo>
                    <a:pt x="119589" y="116954"/>
                  </a:lnTo>
                  <a:lnTo>
                    <a:pt x="119653" y="116697"/>
                  </a:lnTo>
                  <a:lnTo>
                    <a:pt x="119730" y="116439"/>
                  </a:lnTo>
                  <a:lnTo>
                    <a:pt x="119794" y="116160"/>
                  </a:lnTo>
                  <a:lnTo>
                    <a:pt x="119846" y="115903"/>
                  </a:lnTo>
                  <a:lnTo>
                    <a:pt x="119884" y="115624"/>
                  </a:lnTo>
                  <a:lnTo>
                    <a:pt x="119923" y="115324"/>
                  </a:lnTo>
                  <a:lnTo>
                    <a:pt x="119961" y="115045"/>
                  </a:lnTo>
                  <a:lnTo>
                    <a:pt x="119987" y="114745"/>
                  </a:lnTo>
                  <a:lnTo>
                    <a:pt x="120000" y="114466"/>
                  </a:lnTo>
                  <a:lnTo>
                    <a:pt x="120000" y="114166"/>
                  </a:lnTo>
                  <a:lnTo>
                    <a:pt x="120000" y="5833"/>
                  </a:lnTo>
                  <a:lnTo>
                    <a:pt x="120000" y="5833"/>
                  </a:lnTo>
                  <a:lnTo>
                    <a:pt x="120000" y="5533"/>
                  </a:lnTo>
                  <a:lnTo>
                    <a:pt x="119987" y="5233"/>
                  </a:lnTo>
                  <a:lnTo>
                    <a:pt x="119961" y="4932"/>
                  </a:lnTo>
                  <a:lnTo>
                    <a:pt x="119923" y="4654"/>
                  </a:lnTo>
                  <a:lnTo>
                    <a:pt x="119884" y="4375"/>
                  </a:lnTo>
                  <a:lnTo>
                    <a:pt x="119846" y="4117"/>
                  </a:lnTo>
                  <a:lnTo>
                    <a:pt x="119794" y="3839"/>
                  </a:lnTo>
                  <a:lnTo>
                    <a:pt x="119730" y="3560"/>
                  </a:lnTo>
                  <a:lnTo>
                    <a:pt x="119653" y="3302"/>
                  </a:lnTo>
                  <a:lnTo>
                    <a:pt x="119589" y="3045"/>
                  </a:lnTo>
                  <a:lnTo>
                    <a:pt x="119410" y="2552"/>
                  </a:lnTo>
                  <a:lnTo>
                    <a:pt x="119205" y="2123"/>
                  </a:lnTo>
                  <a:lnTo>
                    <a:pt x="118974" y="1715"/>
                  </a:lnTo>
                  <a:lnTo>
                    <a:pt x="118730" y="1329"/>
                  </a:lnTo>
                  <a:lnTo>
                    <a:pt x="118461" y="986"/>
                  </a:lnTo>
                  <a:lnTo>
                    <a:pt x="118179" y="707"/>
                  </a:lnTo>
                  <a:lnTo>
                    <a:pt x="117871" y="471"/>
                  </a:lnTo>
                  <a:lnTo>
                    <a:pt x="117717" y="343"/>
                  </a:lnTo>
                  <a:lnTo>
                    <a:pt x="117551" y="257"/>
                  </a:lnTo>
                  <a:lnTo>
                    <a:pt x="117384" y="193"/>
                  </a:lnTo>
                  <a:lnTo>
                    <a:pt x="117230" y="107"/>
                  </a:lnTo>
                  <a:lnTo>
                    <a:pt x="117050" y="64"/>
                  </a:lnTo>
                  <a:lnTo>
                    <a:pt x="116884" y="21"/>
                  </a:lnTo>
                  <a:lnTo>
                    <a:pt x="116704" y="0"/>
                  </a:lnTo>
                  <a:lnTo>
                    <a:pt x="116525" y="0"/>
                  </a:lnTo>
                  <a:lnTo>
                    <a:pt x="116525" y="0"/>
                  </a:lnTo>
                  <a:close/>
                  <a:moveTo>
                    <a:pt x="59993" y="1265"/>
                  </a:moveTo>
                  <a:lnTo>
                    <a:pt x="59993" y="1265"/>
                  </a:lnTo>
                  <a:lnTo>
                    <a:pt x="60173" y="1265"/>
                  </a:lnTo>
                  <a:lnTo>
                    <a:pt x="60339" y="1308"/>
                  </a:lnTo>
                  <a:lnTo>
                    <a:pt x="60506" y="1394"/>
                  </a:lnTo>
                  <a:lnTo>
                    <a:pt x="60660" y="1479"/>
                  </a:lnTo>
                  <a:lnTo>
                    <a:pt x="60801" y="1587"/>
                  </a:lnTo>
                  <a:lnTo>
                    <a:pt x="60942" y="1737"/>
                  </a:lnTo>
                  <a:lnTo>
                    <a:pt x="61070" y="1887"/>
                  </a:lnTo>
                  <a:lnTo>
                    <a:pt x="61186" y="2080"/>
                  </a:lnTo>
                  <a:lnTo>
                    <a:pt x="61301" y="2294"/>
                  </a:lnTo>
                  <a:lnTo>
                    <a:pt x="61391" y="2487"/>
                  </a:lnTo>
                  <a:lnTo>
                    <a:pt x="61480" y="2723"/>
                  </a:lnTo>
                  <a:lnTo>
                    <a:pt x="61545" y="2981"/>
                  </a:lnTo>
                  <a:lnTo>
                    <a:pt x="61596" y="3238"/>
                  </a:lnTo>
                  <a:lnTo>
                    <a:pt x="61647" y="3517"/>
                  </a:lnTo>
                  <a:lnTo>
                    <a:pt x="61673" y="3774"/>
                  </a:lnTo>
                  <a:lnTo>
                    <a:pt x="61686" y="4053"/>
                  </a:lnTo>
                  <a:lnTo>
                    <a:pt x="61686" y="4053"/>
                  </a:lnTo>
                  <a:lnTo>
                    <a:pt x="61673" y="4353"/>
                  </a:lnTo>
                  <a:lnTo>
                    <a:pt x="61647" y="4632"/>
                  </a:lnTo>
                  <a:lnTo>
                    <a:pt x="61596" y="4890"/>
                  </a:lnTo>
                  <a:lnTo>
                    <a:pt x="61545" y="5168"/>
                  </a:lnTo>
                  <a:lnTo>
                    <a:pt x="61480" y="5404"/>
                  </a:lnTo>
                  <a:lnTo>
                    <a:pt x="61391" y="5640"/>
                  </a:lnTo>
                  <a:lnTo>
                    <a:pt x="61301" y="5855"/>
                  </a:lnTo>
                  <a:lnTo>
                    <a:pt x="61186" y="6048"/>
                  </a:lnTo>
                  <a:lnTo>
                    <a:pt x="61070" y="6241"/>
                  </a:lnTo>
                  <a:lnTo>
                    <a:pt x="60942" y="6391"/>
                  </a:lnTo>
                  <a:lnTo>
                    <a:pt x="60801" y="6541"/>
                  </a:lnTo>
                  <a:lnTo>
                    <a:pt x="60660" y="6648"/>
                  </a:lnTo>
                  <a:lnTo>
                    <a:pt x="60506" y="6734"/>
                  </a:lnTo>
                  <a:lnTo>
                    <a:pt x="60339" y="6798"/>
                  </a:lnTo>
                  <a:lnTo>
                    <a:pt x="60173" y="6863"/>
                  </a:lnTo>
                  <a:lnTo>
                    <a:pt x="59993" y="6884"/>
                  </a:lnTo>
                  <a:lnTo>
                    <a:pt x="59993" y="6884"/>
                  </a:lnTo>
                  <a:lnTo>
                    <a:pt x="59839" y="6863"/>
                  </a:lnTo>
                  <a:lnTo>
                    <a:pt x="59673" y="6798"/>
                  </a:lnTo>
                  <a:lnTo>
                    <a:pt x="59506" y="6734"/>
                  </a:lnTo>
                  <a:lnTo>
                    <a:pt x="59352" y="6648"/>
                  </a:lnTo>
                  <a:lnTo>
                    <a:pt x="59198" y="6541"/>
                  </a:lnTo>
                  <a:lnTo>
                    <a:pt x="59057" y="6391"/>
                  </a:lnTo>
                  <a:lnTo>
                    <a:pt x="58942" y="6241"/>
                  </a:lnTo>
                  <a:lnTo>
                    <a:pt x="58813" y="6048"/>
                  </a:lnTo>
                  <a:lnTo>
                    <a:pt x="58711" y="5855"/>
                  </a:lnTo>
                  <a:lnTo>
                    <a:pt x="58621" y="5640"/>
                  </a:lnTo>
                  <a:lnTo>
                    <a:pt x="58519" y="5404"/>
                  </a:lnTo>
                  <a:lnTo>
                    <a:pt x="58454" y="5168"/>
                  </a:lnTo>
                  <a:lnTo>
                    <a:pt x="58403" y="4890"/>
                  </a:lnTo>
                  <a:lnTo>
                    <a:pt x="58352" y="4632"/>
                  </a:lnTo>
                  <a:lnTo>
                    <a:pt x="58326" y="4353"/>
                  </a:lnTo>
                  <a:lnTo>
                    <a:pt x="58326" y="4053"/>
                  </a:lnTo>
                  <a:lnTo>
                    <a:pt x="58326" y="4053"/>
                  </a:lnTo>
                  <a:lnTo>
                    <a:pt x="58326" y="3774"/>
                  </a:lnTo>
                  <a:lnTo>
                    <a:pt x="58352" y="3517"/>
                  </a:lnTo>
                  <a:lnTo>
                    <a:pt x="58403" y="3238"/>
                  </a:lnTo>
                  <a:lnTo>
                    <a:pt x="58454" y="2981"/>
                  </a:lnTo>
                  <a:lnTo>
                    <a:pt x="58519" y="2723"/>
                  </a:lnTo>
                  <a:lnTo>
                    <a:pt x="58621" y="2487"/>
                  </a:lnTo>
                  <a:lnTo>
                    <a:pt x="58711" y="2294"/>
                  </a:lnTo>
                  <a:lnTo>
                    <a:pt x="58813" y="2080"/>
                  </a:lnTo>
                  <a:lnTo>
                    <a:pt x="58942" y="1887"/>
                  </a:lnTo>
                  <a:lnTo>
                    <a:pt x="59057" y="1737"/>
                  </a:lnTo>
                  <a:lnTo>
                    <a:pt x="59198" y="1587"/>
                  </a:lnTo>
                  <a:lnTo>
                    <a:pt x="59352" y="1479"/>
                  </a:lnTo>
                  <a:lnTo>
                    <a:pt x="59506" y="1394"/>
                  </a:lnTo>
                  <a:lnTo>
                    <a:pt x="59673" y="1308"/>
                  </a:lnTo>
                  <a:lnTo>
                    <a:pt x="59839" y="1265"/>
                  </a:lnTo>
                  <a:lnTo>
                    <a:pt x="59993" y="1265"/>
                  </a:lnTo>
                  <a:lnTo>
                    <a:pt x="59993" y="1265"/>
                  </a:lnTo>
                  <a:close/>
                  <a:moveTo>
                    <a:pt x="115153" y="109790"/>
                  </a:moveTo>
                  <a:lnTo>
                    <a:pt x="115153" y="109790"/>
                  </a:lnTo>
                  <a:lnTo>
                    <a:pt x="115153" y="110026"/>
                  </a:lnTo>
                  <a:lnTo>
                    <a:pt x="115127" y="110219"/>
                  </a:lnTo>
                  <a:lnTo>
                    <a:pt x="115102" y="110412"/>
                  </a:lnTo>
                  <a:lnTo>
                    <a:pt x="115063" y="110627"/>
                  </a:lnTo>
                  <a:lnTo>
                    <a:pt x="114999" y="110798"/>
                  </a:lnTo>
                  <a:lnTo>
                    <a:pt x="114948" y="110970"/>
                  </a:lnTo>
                  <a:lnTo>
                    <a:pt x="114884" y="111120"/>
                  </a:lnTo>
                  <a:lnTo>
                    <a:pt x="114794" y="111270"/>
                  </a:lnTo>
                  <a:lnTo>
                    <a:pt x="114704" y="111399"/>
                  </a:lnTo>
                  <a:lnTo>
                    <a:pt x="114601" y="111528"/>
                  </a:lnTo>
                  <a:lnTo>
                    <a:pt x="114499" y="111635"/>
                  </a:lnTo>
                  <a:lnTo>
                    <a:pt x="114396" y="111721"/>
                  </a:lnTo>
                  <a:lnTo>
                    <a:pt x="114281" y="111806"/>
                  </a:lnTo>
                  <a:lnTo>
                    <a:pt x="114166" y="111849"/>
                  </a:lnTo>
                  <a:lnTo>
                    <a:pt x="114037" y="111871"/>
                  </a:lnTo>
                  <a:lnTo>
                    <a:pt x="113909" y="111892"/>
                  </a:lnTo>
                  <a:lnTo>
                    <a:pt x="6103" y="111892"/>
                  </a:lnTo>
                  <a:lnTo>
                    <a:pt x="6103" y="111892"/>
                  </a:lnTo>
                  <a:lnTo>
                    <a:pt x="5974" y="111871"/>
                  </a:lnTo>
                  <a:lnTo>
                    <a:pt x="5846" y="111849"/>
                  </a:lnTo>
                  <a:lnTo>
                    <a:pt x="5731" y="111806"/>
                  </a:lnTo>
                  <a:lnTo>
                    <a:pt x="5615" y="111721"/>
                  </a:lnTo>
                  <a:lnTo>
                    <a:pt x="5513" y="111635"/>
                  </a:lnTo>
                  <a:lnTo>
                    <a:pt x="5398" y="111528"/>
                  </a:lnTo>
                  <a:lnTo>
                    <a:pt x="5308" y="111399"/>
                  </a:lnTo>
                  <a:lnTo>
                    <a:pt x="5218" y="111270"/>
                  </a:lnTo>
                  <a:lnTo>
                    <a:pt x="5128" y="111120"/>
                  </a:lnTo>
                  <a:lnTo>
                    <a:pt x="5064" y="110970"/>
                  </a:lnTo>
                  <a:lnTo>
                    <a:pt x="5000" y="110798"/>
                  </a:lnTo>
                  <a:lnTo>
                    <a:pt x="4949" y="110627"/>
                  </a:lnTo>
                  <a:lnTo>
                    <a:pt x="4910" y="110412"/>
                  </a:lnTo>
                  <a:lnTo>
                    <a:pt x="4872" y="110219"/>
                  </a:lnTo>
                  <a:lnTo>
                    <a:pt x="4859" y="110026"/>
                  </a:lnTo>
                  <a:lnTo>
                    <a:pt x="4859" y="109790"/>
                  </a:lnTo>
                  <a:lnTo>
                    <a:pt x="4859" y="10209"/>
                  </a:lnTo>
                  <a:lnTo>
                    <a:pt x="4859" y="10209"/>
                  </a:lnTo>
                  <a:lnTo>
                    <a:pt x="4859" y="9994"/>
                  </a:lnTo>
                  <a:lnTo>
                    <a:pt x="4872" y="9780"/>
                  </a:lnTo>
                  <a:lnTo>
                    <a:pt x="4910" y="9587"/>
                  </a:lnTo>
                  <a:lnTo>
                    <a:pt x="4949" y="9394"/>
                  </a:lnTo>
                  <a:lnTo>
                    <a:pt x="5000" y="9201"/>
                  </a:lnTo>
                  <a:lnTo>
                    <a:pt x="5064" y="9029"/>
                  </a:lnTo>
                  <a:lnTo>
                    <a:pt x="5128" y="8857"/>
                  </a:lnTo>
                  <a:lnTo>
                    <a:pt x="5218" y="8729"/>
                  </a:lnTo>
                  <a:lnTo>
                    <a:pt x="5308" y="8579"/>
                  </a:lnTo>
                  <a:lnTo>
                    <a:pt x="5398" y="8471"/>
                  </a:lnTo>
                  <a:lnTo>
                    <a:pt x="5513" y="8364"/>
                  </a:lnTo>
                  <a:lnTo>
                    <a:pt x="5615" y="8257"/>
                  </a:lnTo>
                  <a:lnTo>
                    <a:pt x="5731" y="8193"/>
                  </a:lnTo>
                  <a:lnTo>
                    <a:pt x="5846" y="8150"/>
                  </a:lnTo>
                  <a:lnTo>
                    <a:pt x="5974" y="8128"/>
                  </a:lnTo>
                  <a:lnTo>
                    <a:pt x="6103" y="8107"/>
                  </a:lnTo>
                  <a:lnTo>
                    <a:pt x="113909" y="8107"/>
                  </a:lnTo>
                  <a:lnTo>
                    <a:pt x="113909" y="8107"/>
                  </a:lnTo>
                  <a:lnTo>
                    <a:pt x="114037" y="8128"/>
                  </a:lnTo>
                  <a:lnTo>
                    <a:pt x="114166" y="8150"/>
                  </a:lnTo>
                  <a:lnTo>
                    <a:pt x="114281" y="8193"/>
                  </a:lnTo>
                  <a:lnTo>
                    <a:pt x="114396" y="8257"/>
                  </a:lnTo>
                  <a:lnTo>
                    <a:pt x="114499" y="8364"/>
                  </a:lnTo>
                  <a:lnTo>
                    <a:pt x="114601" y="8471"/>
                  </a:lnTo>
                  <a:lnTo>
                    <a:pt x="114704" y="8579"/>
                  </a:lnTo>
                  <a:lnTo>
                    <a:pt x="114794" y="8729"/>
                  </a:lnTo>
                  <a:lnTo>
                    <a:pt x="114884" y="8857"/>
                  </a:lnTo>
                  <a:lnTo>
                    <a:pt x="114948" y="9029"/>
                  </a:lnTo>
                  <a:lnTo>
                    <a:pt x="114999" y="9201"/>
                  </a:lnTo>
                  <a:lnTo>
                    <a:pt x="115063" y="9394"/>
                  </a:lnTo>
                  <a:lnTo>
                    <a:pt x="115102" y="9587"/>
                  </a:lnTo>
                  <a:lnTo>
                    <a:pt x="115127" y="9780"/>
                  </a:lnTo>
                  <a:lnTo>
                    <a:pt x="115153" y="9994"/>
                  </a:lnTo>
                  <a:lnTo>
                    <a:pt x="115153" y="10209"/>
                  </a:lnTo>
                  <a:lnTo>
                    <a:pt x="115153" y="109790"/>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sp>
          <p:nvSpPr>
            <p:cNvPr id="1259" name="Shape 1259"/>
            <p:cNvSpPr/>
            <p:nvPr/>
          </p:nvSpPr>
          <p:spPr>
            <a:xfrm>
              <a:off x="1676400" y="11107738"/>
              <a:ext cx="1930399" cy="68262"/>
            </a:xfrm>
            <a:custGeom>
              <a:avLst/>
              <a:gdLst/>
              <a:ahLst/>
              <a:cxnLst/>
              <a:rect l="0" t="0" r="0" b="0"/>
              <a:pathLst>
                <a:path w="120000" h="120000" extrusionOk="0">
                  <a:moveTo>
                    <a:pt x="65" y="0"/>
                  </a:moveTo>
                  <a:lnTo>
                    <a:pt x="65" y="0"/>
                  </a:lnTo>
                  <a:lnTo>
                    <a:pt x="32" y="4961"/>
                  </a:lnTo>
                  <a:lnTo>
                    <a:pt x="10" y="9612"/>
                  </a:lnTo>
                  <a:lnTo>
                    <a:pt x="0" y="14573"/>
                  </a:lnTo>
                  <a:lnTo>
                    <a:pt x="0" y="19534"/>
                  </a:lnTo>
                  <a:lnTo>
                    <a:pt x="0" y="21705"/>
                  </a:lnTo>
                  <a:lnTo>
                    <a:pt x="0" y="21705"/>
                  </a:lnTo>
                  <a:lnTo>
                    <a:pt x="0" y="26666"/>
                  </a:lnTo>
                  <a:lnTo>
                    <a:pt x="10" y="31627"/>
                  </a:lnTo>
                  <a:lnTo>
                    <a:pt x="32" y="36589"/>
                  </a:lnTo>
                  <a:lnTo>
                    <a:pt x="65" y="41550"/>
                  </a:lnTo>
                  <a:lnTo>
                    <a:pt x="109" y="46201"/>
                  </a:lnTo>
                  <a:lnTo>
                    <a:pt x="153" y="50852"/>
                  </a:lnTo>
                  <a:lnTo>
                    <a:pt x="208" y="55193"/>
                  </a:lnTo>
                  <a:lnTo>
                    <a:pt x="274" y="59844"/>
                  </a:lnTo>
                  <a:lnTo>
                    <a:pt x="339" y="64186"/>
                  </a:lnTo>
                  <a:lnTo>
                    <a:pt x="416" y="68527"/>
                  </a:lnTo>
                  <a:lnTo>
                    <a:pt x="504" y="72558"/>
                  </a:lnTo>
                  <a:lnTo>
                    <a:pt x="592" y="76589"/>
                  </a:lnTo>
                  <a:lnTo>
                    <a:pt x="679" y="80310"/>
                  </a:lnTo>
                  <a:lnTo>
                    <a:pt x="789" y="84031"/>
                  </a:lnTo>
                  <a:lnTo>
                    <a:pt x="899" y="87751"/>
                  </a:lnTo>
                  <a:lnTo>
                    <a:pt x="1019" y="90852"/>
                  </a:lnTo>
                  <a:lnTo>
                    <a:pt x="1129" y="94263"/>
                  </a:lnTo>
                  <a:lnTo>
                    <a:pt x="1260" y="97364"/>
                  </a:lnTo>
                  <a:lnTo>
                    <a:pt x="1392" y="100465"/>
                  </a:lnTo>
                  <a:lnTo>
                    <a:pt x="1535" y="102945"/>
                  </a:lnTo>
                  <a:lnTo>
                    <a:pt x="1677" y="105736"/>
                  </a:lnTo>
                  <a:lnTo>
                    <a:pt x="1820" y="107906"/>
                  </a:lnTo>
                  <a:lnTo>
                    <a:pt x="1973" y="110387"/>
                  </a:lnTo>
                  <a:lnTo>
                    <a:pt x="2127" y="111937"/>
                  </a:lnTo>
                  <a:lnTo>
                    <a:pt x="2280" y="114108"/>
                  </a:lnTo>
                  <a:lnTo>
                    <a:pt x="2445" y="115348"/>
                  </a:lnTo>
                  <a:lnTo>
                    <a:pt x="2609" y="116589"/>
                  </a:lnTo>
                  <a:lnTo>
                    <a:pt x="2774" y="118139"/>
                  </a:lnTo>
                  <a:lnTo>
                    <a:pt x="2938" y="118759"/>
                  </a:lnTo>
                  <a:lnTo>
                    <a:pt x="3114" y="119379"/>
                  </a:lnTo>
                  <a:lnTo>
                    <a:pt x="3289" y="119689"/>
                  </a:lnTo>
                  <a:lnTo>
                    <a:pt x="3464" y="120000"/>
                  </a:lnTo>
                  <a:lnTo>
                    <a:pt x="116524" y="120000"/>
                  </a:lnTo>
                  <a:lnTo>
                    <a:pt x="116524" y="120000"/>
                  </a:lnTo>
                  <a:lnTo>
                    <a:pt x="116710" y="119689"/>
                  </a:lnTo>
                  <a:lnTo>
                    <a:pt x="116885" y="119379"/>
                  </a:lnTo>
                  <a:lnTo>
                    <a:pt x="117050" y="118759"/>
                  </a:lnTo>
                  <a:lnTo>
                    <a:pt x="117225" y="118139"/>
                  </a:lnTo>
                  <a:lnTo>
                    <a:pt x="117390" y="116589"/>
                  </a:lnTo>
                  <a:lnTo>
                    <a:pt x="117554" y="115348"/>
                  </a:lnTo>
                  <a:lnTo>
                    <a:pt x="117719" y="114108"/>
                  </a:lnTo>
                  <a:lnTo>
                    <a:pt x="117872" y="111937"/>
                  </a:lnTo>
                  <a:lnTo>
                    <a:pt x="118026" y="110387"/>
                  </a:lnTo>
                  <a:lnTo>
                    <a:pt x="118179" y="107906"/>
                  </a:lnTo>
                  <a:lnTo>
                    <a:pt x="118322" y="105736"/>
                  </a:lnTo>
                  <a:lnTo>
                    <a:pt x="118464" y="102945"/>
                  </a:lnTo>
                  <a:lnTo>
                    <a:pt x="118607" y="100465"/>
                  </a:lnTo>
                  <a:lnTo>
                    <a:pt x="118739" y="97364"/>
                  </a:lnTo>
                  <a:lnTo>
                    <a:pt x="118859" y="94263"/>
                  </a:lnTo>
                  <a:lnTo>
                    <a:pt x="118980" y="90852"/>
                  </a:lnTo>
                  <a:lnTo>
                    <a:pt x="119089" y="87751"/>
                  </a:lnTo>
                  <a:lnTo>
                    <a:pt x="119210" y="84031"/>
                  </a:lnTo>
                  <a:lnTo>
                    <a:pt x="119309" y="80310"/>
                  </a:lnTo>
                  <a:lnTo>
                    <a:pt x="119407" y="76589"/>
                  </a:lnTo>
                  <a:lnTo>
                    <a:pt x="119495" y="72558"/>
                  </a:lnTo>
                  <a:lnTo>
                    <a:pt x="119572" y="68527"/>
                  </a:lnTo>
                  <a:lnTo>
                    <a:pt x="119660" y="64186"/>
                  </a:lnTo>
                  <a:lnTo>
                    <a:pt x="119725" y="59844"/>
                  </a:lnTo>
                  <a:lnTo>
                    <a:pt x="119791" y="55193"/>
                  </a:lnTo>
                  <a:lnTo>
                    <a:pt x="119846" y="50852"/>
                  </a:lnTo>
                  <a:lnTo>
                    <a:pt x="119890" y="46201"/>
                  </a:lnTo>
                  <a:lnTo>
                    <a:pt x="119934" y="41550"/>
                  </a:lnTo>
                  <a:lnTo>
                    <a:pt x="119956" y="36589"/>
                  </a:lnTo>
                  <a:lnTo>
                    <a:pt x="119978" y="31627"/>
                  </a:lnTo>
                  <a:lnTo>
                    <a:pt x="119989" y="26666"/>
                  </a:lnTo>
                  <a:lnTo>
                    <a:pt x="120000" y="21705"/>
                  </a:lnTo>
                  <a:lnTo>
                    <a:pt x="120000" y="19534"/>
                  </a:lnTo>
                  <a:lnTo>
                    <a:pt x="120000" y="19534"/>
                  </a:lnTo>
                  <a:lnTo>
                    <a:pt x="119989" y="14573"/>
                  </a:lnTo>
                  <a:lnTo>
                    <a:pt x="119978" y="9612"/>
                  </a:lnTo>
                  <a:lnTo>
                    <a:pt x="119967" y="4961"/>
                  </a:lnTo>
                  <a:lnTo>
                    <a:pt x="119934" y="0"/>
                  </a:lnTo>
                  <a:lnTo>
                    <a:pt x="65" y="0"/>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sp>
          <p:nvSpPr>
            <p:cNvPr id="1260" name="Shape 1260"/>
            <p:cNvSpPr/>
            <p:nvPr/>
          </p:nvSpPr>
          <p:spPr>
            <a:xfrm>
              <a:off x="1687513" y="10825163"/>
              <a:ext cx="1908173" cy="263525"/>
            </a:xfrm>
            <a:custGeom>
              <a:avLst/>
              <a:gdLst/>
              <a:ahLst/>
              <a:cxnLst/>
              <a:rect l="0" t="0" r="0" b="0"/>
              <a:pathLst>
                <a:path w="120000" h="120000" extrusionOk="0">
                  <a:moveTo>
                    <a:pt x="119844" y="105449"/>
                  </a:moveTo>
                  <a:lnTo>
                    <a:pt x="112616" y="5356"/>
                  </a:lnTo>
                  <a:lnTo>
                    <a:pt x="112616" y="5356"/>
                  </a:lnTo>
                  <a:lnTo>
                    <a:pt x="112505" y="4157"/>
                  </a:lnTo>
                  <a:lnTo>
                    <a:pt x="112383" y="3117"/>
                  </a:lnTo>
                  <a:lnTo>
                    <a:pt x="112250" y="2158"/>
                  </a:lnTo>
                  <a:lnTo>
                    <a:pt x="112095" y="1359"/>
                  </a:lnTo>
                  <a:lnTo>
                    <a:pt x="111929" y="799"/>
                  </a:lnTo>
                  <a:lnTo>
                    <a:pt x="111751" y="319"/>
                  </a:lnTo>
                  <a:lnTo>
                    <a:pt x="111574" y="79"/>
                  </a:lnTo>
                  <a:lnTo>
                    <a:pt x="111385" y="0"/>
                  </a:lnTo>
                  <a:lnTo>
                    <a:pt x="8614" y="0"/>
                  </a:lnTo>
                  <a:lnTo>
                    <a:pt x="8614" y="0"/>
                  </a:lnTo>
                  <a:lnTo>
                    <a:pt x="8425" y="79"/>
                  </a:lnTo>
                  <a:lnTo>
                    <a:pt x="8237" y="319"/>
                  </a:lnTo>
                  <a:lnTo>
                    <a:pt x="8070" y="799"/>
                  </a:lnTo>
                  <a:lnTo>
                    <a:pt x="7904" y="1359"/>
                  </a:lnTo>
                  <a:lnTo>
                    <a:pt x="7749" y="2158"/>
                  </a:lnTo>
                  <a:lnTo>
                    <a:pt x="7605" y="3117"/>
                  </a:lnTo>
                  <a:lnTo>
                    <a:pt x="7483" y="4157"/>
                  </a:lnTo>
                  <a:lnTo>
                    <a:pt x="7383" y="5356"/>
                  </a:lnTo>
                  <a:lnTo>
                    <a:pt x="155" y="105449"/>
                  </a:lnTo>
                  <a:lnTo>
                    <a:pt x="155" y="105449"/>
                  </a:lnTo>
                  <a:lnTo>
                    <a:pt x="88" y="106728"/>
                  </a:lnTo>
                  <a:lnTo>
                    <a:pt x="22" y="108007"/>
                  </a:lnTo>
                  <a:lnTo>
                    <a:pt x="0" y="109287"/>
                  </a:lnTo>
                  <a:lnTo>
                    <a:pt x="0" y="110566"/>
                  </a:lnTo>
                  <a:lnTo>
                    <a:pt x="11" y="111765"/>
                  </a:lnTo>
                  <a:lnTo>
                    <a:pt x="66" y="112964"/>
                  </a:lnTo>
                  <a:lnTo>
                    <a:pt x="121" y="114163"/>
                  </a:lnTo>
                  <a:lnTo>
                    <a:pt x="210" y="115283"/>
                  </a:lnTo>
                  <a:lnTo>
                    <a:pt x="299" y="116242"/>
                  </a:lnTo>
                  <a:lnTo>
                    <a:pt x="410" y="117201"/>
                  </a:lnTo>
                  <a:lnTo>
                    <a:pt x="543" y="118081"/>
                  </a:lnTo>
                  <a:lnTo>
                    <a:pt x="687" y="118720"/>
                  </a:lnTo>
                  <a:lnTo>
                    <a:pt x="853" y="119280"/>
                  </a:lnTo>
                  <a:lnTo>
                    <a:pt x="1019" y="119680"/>
                  </a:lnTo>
                  <a:lnTo>
                    <a:pt x="1197" y="119920"/>
                  </a:lnTo>
                  <a:lnTo>
                    <a:pt x="1385" y="120000"/>
                  </a:lnTo>
                  <a:lnTo>
                    <a:pt x="118614" y="120000"/>
                  </a:lnTo>
                  <a:lnTo>
                    <a:pt x="118614" y="120000"/>
                  </a:lnTo>
                  <a:lnTo>
                    <a:pt x="118802" y="119920"/>
                  </a:lnTo>
                  <a:lnTo>
                    <a:pt x="118980" y="119680"/>
                  </a:lnTo>
                  <a:lnTo>
                    <a:pt x="119146" y="119280"/>
                  </a:lnTo>
                  <a:lnTo>
                    <a:pt x="119301" y="118720"/>
                  </a:lnTo>
                  <a:lnTo>
                    <a:pt x="119445" y="118081"/>
                  </a:lnTo>
                  <a:lnTo>
                    <a:pt x="119578" y="117201"/>
                  </a:lnTo>
                  <a:lnTo>
                    <a:pt x="119700" y="116242"/>
                  </a:lnTo>
                  <a:lnTo>
                    <a:pt x="119789" y="115283"/>
                  </a:lnTo>
                  <a:lnTo>
                    <a:pt x="119878" y="114163"/>
                  </a:lnTo>
                  <a:lnTo>
                    <a:pt x="119933" y="112964"/>
                  </a:lnTo>
                  <a:lnTo>
                    <a:pt x="119977" y="111765"/>
                  </a:lnTo>
                  <a:lnTo>
                    <a:pt x="120000" y="110566"/>
                  </a:lnTo>
                  <a:lnTo>
                    <a:pt x="120000" y="109287"/>
                  </a:lnTo>
                  <a:lnTo>
                    <a:pt x="119966" y="108007"/>
                  </a:lnTo>
                  <a:lnTo>
                    <a:pt x="119911" y="106728"/>
                  </a:lnTo>
                  <a:lnTo>
                    <a:pt x="119844" y="105449"/>
                  </a:lnTo>
                  <a:lnTo>
                    <a:pt x="119844" y="105449"/>
                  </a:lnTo>
                  <a:close/>
                  <a:moveTo>
                    <a:pt x="44922" y="110806"/>
                  </a:moveTo>
                  <a:lnTo>
                    <a:pt x="46241" y="86102"/>
                  </a:lnTo>
                  <a:lnTo>
                    <a:pt x="73747" y="86102"/>
                  </a:lnTo>
                  <a:lnTo>
                    <a:pt x="75077" y="110806"/>
                  </a:lnTo>
                  <a:lnTo>
                    <a:pt x="44922" y="110806"/>
                  </a:lnTo>
                  <a:close/>
                  <a:moveTo>
                    <a:pt x="9667" y="76828"/>
                  </a:moveTo>
                  <a:lnTo>
                    <a:pt x="13004" y="21665"/>
                  </a:lnTo>
                  <a:lnTo>
                    <a:pt x="106995" y="21665"/>
                  </a:lnTo>
                  <a:lnTo>
                    <a:pt x="110332" y="76828"/>
                  </a:lnTo>
                  <a:lnTo>
                    <a:pt x="9667" y="76828"/>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grpSp>
      <p:grpSp>
        <p:nvGrpSpPr>
          <p:cNvPr id="1261" name="Shape 1261"/>
          <p:cNvGrpSpPr/>
          <p:nvPr/>
        </p:nvGrpSpPr>
        <p:grpSpPr>
          <a:xfrm>
            <a:off x="2652698" y="4481161"/>
            <a:ext cx="549575" cy="390800"/>
            <a:chOff x="1676400" y="9809163"/>
            <a:chExt cx="1930399" cy="1366837"/>
          </a:xfrm>
        </p:grpSpPr>
        <p:sp>
          <p:nvSpPr>
            <p:cNvPr id="1262" name="Shape 1262"/>
            <p:cNvSpPr/>
            <p:nvPr/>
          </p:nvSpPr>
          <p:spPr>
            <a:xfrm>
              <a:off x="1816100" y="9809163"/>
              <a:ext cx="1650999" cy="987425"/>
            </a:xfrm>
            <a:custGeom>
              <a:avLst/>
              <a:gdLst/>
              <a:ahLst/>
              <a:cxnLst/>
              <a:rect l="0" t="0" r="0" b="0"/>
              <a:pathLst>
                <a:path w="120000" h="120000" extrusionOk="0">
                  <a:moveTo>
                    <a:pt x="116525" y="0"/>
                  </a:moveTo>
                  <a:lnTo>
                    <a:pt x="3487" y="0"/>
                  </a:lnTo>
                  <a:lnTo>
                    <a:pt x="3487" y="0"/>
                  </a:lnTo>
                  <a:lnTo>
                    <a:pt x="3308" y="0"/>
                  </a:lnTo>
                  <a:lnTo>
                    <a:pt x="3128" y="21"/>
                  </a:lnTo>
                  <a:lnTo>
                    <a:pt x="2961" y="64"/>
                  </a:lnTo>
                  <a:lnTo>
                    <a:pt x="2782" y="107"/>
                  </a:lnTo>
                  <a:lnTo>
                    <a:pt x="2628" y="193"/>
                  </a:lnTo>
                  <a:lnTo>
                    <a:pt x="2461" y="257"/>
                  </a:lnTo>
                  <a:lnTo>
                    <a:pt x="2295" y="343"/>
                  </a:lnTo>
                  <a:lnTo>
                    <a:pt x="2141" y="471"/>
                  </a:lnTo>
                  <a:lnTo>
                    <a:pt x="1833" y="707"/>
                  </a:lnTo>
                  <a:lnTo>
                    <a:pt x="1551" y="986"/>
                  </a:lnTo>
                  <a:lnTo>
                    <a:pt x="1269" y="1329"/>
                  </a:lnTo>
                  <a:lnTo>
                    <a:pt x="1025" y="1715"/>
                  </a:lnTo>
                  <a:lnTo>
                    <a:pt x="807" y="2123"/>
                  </a:lnTo>
                  <a:lnTo>
                    <a:pt x="602" y="2552"/>
                  </a:lnTo>
                  <a:lnTo>
                    <a:pt x="423" y="3045"/>
                  </a:lnTo>
                  <a:lnTo>
                    <a:pt x="282" y="3560"/>
                  </a:lnTo>
                  <a:lnTo>
                    <a:pt x="217" y="3839"/>
                  </a:lnTo>
                  <a:lnTo>
                    <a:pt x="166" y="4117"/>
                  </a:lnTo>
                  <a:lnTo>
                    <a:pt x="115" y="4375"/>
                  </a:lnTo>
                  <a:lnTo>
                    <a:pt x="89" y="4654"/>
                  </a:lnTo>
                  <a:lnTo>
                    <a:pt x="38" y="4932"/>
                  </a:lnTo>
                  <a:lnTo>
                    <a:pt x="25" y="5233"/>
                  </a:lnTo>
                  <a:lnTo>
                    <a:pt x="12" y="5533"/>
                  </a:lnTo>
                  <a:lnTo>
                    <a:pt x="0" y="5833"/>
                  </a:lnTo>
                  <a:lnTo>
                    <a:pt x="0" y="114166"/>
                  </a:lnTo>
                  <a:lnTo>
                    <a:pt x="0" y="114166"/>
                  </a:lnTo>
                  <a:lnTo>
                    <a:pt x="12" y="114466"/>
                  </a:lnTo>
                  <a:lnTo>
                    <a:pt x="25" y="114745"/>
                  </a:lnTo>
                  <a:lnTo>
                    <a:pt x="38" y="115045"/>
                  </a:lnTo>
                  <a:lnTo>
                    <a:pt x="89" y="115324"/>
                  </a:lnTo>
                  <a:lnTo>
                    <a:pt x="115" y="115624"/>
                  </a:lnTo>
                  <a:lnTo>
                    <a:pt x="166" y="115903"/>
                  </a:lnTo>
                  <a:lnTo>
                    <a:pt x="217" y="116160"/>
                  </a:lnTo>
                  <a:lnTo>
                    <a:pt x="282" y="116439"/>
                  </a:lnTo>
                  <a:lnTo>
                    <a:pt x="423" y="116954"/>
                  </a:lnTo>
                  <a:lnTo>
                    <a:pt x="602" y="117426"/>
                  </a:lnTo>
                  <a:lnTo>
                    <a:pt x="807" y="117876"/>
                  </a:lnTo>
                  <a:lnTo>
                    <a:pt x="1025" y="118284"/>
                  </a:lnTo>
                  <a:lnTo>
                    <a:pt x="1269" y="118648"/>
                  </a:lnTo>
                  <a:lnTo>
                    <a:pt x="1551" y="118991"/>
                  </a:lnTo>
                  <a:lnTo>
                    <a:pt x="1833" y="119292"/>
                  </a:lnTo>
                  <a:lnTo>
                    <a:pt x="2141" y="119528"/>
                  </a:lnTo>
                  <a:lnTo>
                    <a:pt x="2295" y="119656"/>
                  </a:lnTo>
                  <a:lnTo>
                    <a:pt x="2461" y="119742"/>
                  </a:lnTo>
                  <a:lnTo>
                    <a:pt x="2628" y="119806"/>
                  </a:lnTo>
                  <a:lnTo>
                    <a:pt x="2782" y="119871"/>
                  </a:lnTo>
                  <a:lnTo>
                    <a:pt x="2961" y="119914"/>
                  </a:lnTo>
                  <a:lnTo>
                    <a:pt x="3128" y="119978"/>
                  </a:lnTo>
                  <a:lnTo>
                    <a:pt x="3308" y="120000"/>
                  </a:lnTo>
                  <a:lnTo>
                    <a:pt x="3487" y="120000"/>
                  </a:lnTo>
                  <a:lnTo>
                    <a:pt x="116525" y="120000"/>
                  </a:lnTo>
                  <a:lnTo>
                    <a:pt x="116525" y="120000"/>
                  </a:lnTo>
                  <a:lnTo>
                    <a:pt x="116704" y="120000"/>
                  </a:lnTo>
                  <a:lnTo>
                    <a:pt x="116884" y="119978"/>
                  </a:lnTo>
                  <a:lnTo>
                    <a:pt x="117050" y="119914"/>
                  </a:lnTo>
                  <a:lnTo>
                    <a:pt x="117230" y="119871"/>
                  </a:lnTo>
                  <a:lnTo>
                    <a:pt x="117384" y="119806"/>
                  </a:lnTo>
                  <a:lnTo>
                    <a:pt x="117551" y="119742"/>
                  </a:lnTo>
                  <a:lnTo>
                    <a:pt x="117717" y="119656"/>
                  </a:lnTo>
                  <a:lnTo>
                    <a:pt x="117871" y="119528"/>
                  </a:lnTo>
                  <a:lnTo>
                    <a:pt x="118179" y="119292"/>
                  </a:lnTo>
                  <a:lnTo>
                    <a:pt x="118461" y="118991"/>
                  </a:lnTo>
                  <a:lnTo>
                    <a:pt x="118730" y="118648"/>
                  </a:lnTo>
                  <a:lnTo>
                    <a:pt x="118974" y="118284"/>
                  </a:lnTo>
                  <a:lnTo>
                    <a:pt x="119205" y="117876"/>
                  </a:lnTo>
                  <a:lnTo>
                    <a:pt x="119410" y="117426"/>
                  </a:lnTo>
                  <a:lnTo>
                    <a:pt x="119589" y="116954"/>
                  </a:lnTo>
                  <a:lnTo>
                    <a:pt x="119653" y="116697"/>
                  </a:lnTo>
                  <a:lnTo>
                    <a:pt x="119730" y="116439"/>
                  </a:lnTo>
                  <a:lnTo>
                    <a:pt x="119794" y="116160"/>
                  </a:lnTo>
                  <a:lnTo>
                    <a:pt x="119846" y="115903"/>
                  </a:lnTo>
                  <a:lnTo>
                    <a:pt x="119884" y="115624"/>
                  </a:lnTo>
                  <a:lnTo>
                    <a:pt x="119923" y="115324"/>
                  </a:lnTo>
                  <a:lnTo>
                    <a:pt x="119961" y="115045"/>
                  </a:lnTo>
                  <a:lnTo>
                    <a:pt x="119987" y="114745"/>
                  </a:lnTo>
                  <a:lnTo>
                    <a:pt x="120000" y="114466"/>
                  </a:lnTo>
                  <a:lnTo>
                    <a:pt x="120000" y="114166"/>
                  </a:lnTo>
                  <a:lnTo>
                    <a:pt x="120000" y="5833"/>
                  </a:lnTo>
                  <a:lnTo>
                    <a:pt x="120000" y="5833"/>
                  </a:lnTo>
                  <a:lnTo>
                    <a:pt x="120000" y="5533"/>
                  </a:lnTo>
                  <a:lnTo>
                    <a:pt x="119987" y="5233"/>
                  </a:lnTo>
                  <a:lnTo>
                    <a:pt x="119961" y="4932"/>
                  </a:lnTo>
                  <a:lnTo>
                    <a:pt x="119923" y="4654"/>
                  </a:lnTo>
                  <a:lnTo>
                    <a:pt x="119884" y="4375"/>
                  </a:lnTo>
                  <a:lnTo>
                    <a:pt x="119846" y="4117"/>
                  </a:lnTo>
                  <a:lnTo>
                    <a:pt x="119794" y="3839"/>
                  </a:lnTo>
                  <a:lnTo>
                    <a:pt x="119730" y="3560"/>
                  </a:lnTo>
                  <a:lnTo>
                    <a:pt x="119653" y="3302"/>
                  </a:lnTo>
                  <a:lnTo>
                    <a:pt x="119589" y="3045"/>
                  </a:lnTo>
                  <a:lnTo>
                    <a:pt x="119410" y="2552"/>
                  </a:lnTo>
                  <a:lnTo>
                    <a:pt x="119205" y="2123"/>
                  </a:lnTo>
                  <a:lnTo>
                    <a:pt x="118974" y="1715"/>
                  </a:lnTo>
                  <a:lnTo>
                    <a:pt x="118730" y="1329"/>
                  </a:lnTo>
                  <a:lnTo>
                    <a:pt x="118461" y="986"/>
                  </a:lnTo>
                  <a:lnTo>
                    <a:pt x="118179" y="707"/>
                  </a:lnTo>
                  <a:lnTo>
                    <a:pt x="117871" y="471"/>
                  </a:lnTo>
                  <a:lnTo>
                    <a:pt x="117717" y="343"/>
                  </a:lnTo>
                  <a:lnTo>
                    <a:pt x="117551" y="257"/>
                  </a:lnTo>
                  <a:lnTo>
                    <a:pt x="117384" y="193"/>
                  </a:lnTo>
                  <a:lnTo>
                    <a:pt x="117230" y="107"/>
                  </a:lnTo>
                  <a:lnTo>
                    <a:pt x="117050" y="64"/>
                  </a:lnTo>
                  <a:lnTo>
                    <a:pt x="116884" y="21"/>
                  </a:lnTo>
                  <a:lnTo>
                    <a:pt x="116704" y="0"/>
                  </a:lnTo>
                  <a:lnTo>
                    <a:pt x="116525" y="0"/>
                  </a:lnTo>
                  <a:lnTo>
                    <a:pt x="116525" y="0"/>
                  </a:lnTo>
                  <a:close/>
                  <a:moveTo>
                    <a:pt x="59993" y="1265"/>
                  </a:moveTo>
                  <a:lnTo>
                    <a:pt x="59993" y="1265"/>
                  </a:lnTo>
                  <a:lnTo>
                    <a:pt x="60173" y="1265"/>
                  </a:lnTo>
                  <a:lnTo>
                    <a:pt x="60339" y="1308"/>
                  </a:lnTo>
                  <a:lnTo>
                    <a:pt x="60506" y="1394"/>
                  </a:lnTo>
                  <a:lnTo>
                    <a:pt x="60660" y="1479"/>
                  </a:lnTo>
                  <a:lnTo>
                    <a:pt x="60801" y="1587"/>
                  </a:lnTo>
                  <a:lnTo>
                    <a:pt x="60942" y="1737"/>
                  </a:lnTo>
                  <a:lnTo>
                    <a:pt x="61070" y="1887"/>
                  </a:lnTo>
                  <a:lnTo>
                    <a:pt x="61186" y="2080"/>
                  </a:lnTo>
                  <a:lnTo>
                    <a:pt x="61301" y="2294"/>
                  </a:lnTo>
                  <a:lnTo>
                    <a:pt x="61391" y="2487"/>
                  </a:lnTo>
                  <a:lnTo>
                    <a:pt x="61480" y="2723"/>
                  </a:lnTo>
                  <a:lnTo>
                    <a:pt x="61545" y="2981"/>
                  </a:lnTo>
                  <a:lnTo>
                    <a:pt x="61596" y="3238"/>
                  </a:lnTo>
                  <a:lnTo>
                    <a:pt x="61647" y="3517"/>
                  </a:lnTo>
                  <a:lnTo>
                    <a:pt x="61673" y="3774"/>
                  </a:lnTo>
                  <a:lnTo>
                    <a:pt x="61686" y="4053"/>
                  </a:lnTo>
                  <a:lnTo>
                    <a:pt x="61686" y="4053"/>
                  </a:lnTo>
                  <a:lnTo>
                    <a:pt x="61673" y="4353"/>
                  </a:lnTo>
                  <a:lnTo>
                    <a:pt x="61647" y="4632"/>
                  </a:lnTo>
                  <a:lnTo>
                    <a:pt x="61596" y="4890"/>
                  </a:lnTo>
                  <a:lnTo>
                    <a:pt x="61545" y="5168"/>
                  </a:lnTo>
                  <a:lnTo>
                    <a:pt x="61480" y="5404"/>
                  </a:lnTo>
                  <a:lnTo>
                    <a:pt x="61391" y="5640"/>
                  </a:lnTo>
                  <a:lnTo>
                    <a:pt x="61301" y="5855"/>
                  </a:lnTo>
                  <a:lnTo>
                    <a:pt x="61186" y="6048"/>
                  </a:lnTo>
                  <a:lnTo>
                    <a:pt x="61070" y="6241"/>
                  </a:lnTo>
                  <a:lnTo>
                    <a:pt x="60942" y="6391"/>
                  </a:lnTo>
                  <a:lnTo>
                    <a:pt x="60801" y="6541"/>
                  </a:lnTo>
                  <a:lnTo>
                    <a:pt x="60660" y="6648"/>
                  </a:lnTo>
                  <a:lnTo>
                    <a:pt x="60506" y="6734"/>
                  </a:lnTo>
                  <a:lnTo>
                    <a:pt x="60339" y="6798"/>
                  </a:lnTo>
                  <a:lnTo>
                    <a:pt x="60173" y="6863"/>
                  </a:lnTo>
                  <a:lnTo>
                    <a:pt x="59993" y="6884"/>
                  </a:lnTo>
                  <a:lnTo>
                    <a:pt x="59993" y="6884"/>
                  </a:lnTo>
                  <a:lnTo>
                    <a:pt x="59839" y="6863"/>
                  </a:lnTo>
                  <a:lnTo>
                    <a:pt x="59673" y="6798"/>
                  </a:lnTo>
                  <a:lnTo>
                    <a:pt x="59506" y="6734"/>
                  </a:lnTo>
                  <a:lnTo>
                    <a:pt x="59352" y="6648"/>
                  </a:lnTo>
                  <a:lnTo>
                    <a:pt x="59198" y="6541"/>
                  </a:lnTo>
                  <a:lnTo>
                    <a:pt x="59057" y="6391"/>
                  </a:lnTo>
                  <a:lnTo>
                    <a:pt x="58942" y="6241"/>
                  </a:lnTo>
                  <a:lnTo>
                    <a:pt x="58813" y="6048"/>
                  </a:lnTo>
                  <a:lnTo>
                    <a:pt x="58711" y="5855"/>
                  </a:lnTo>
                  <a:lnTo>
                    <a:pt x="58621" y="5640"/>
                  </a:lnTo>
                  <a:lnTo>
                    <a:pt x="58519" y="5404"/>
                  </a:lnTo>
                  <a:lnTo>
                    <a:pt x="58454" y="5168"/>
                  </a:lnTo>
                  <a:lnTo>
                    <a:pt x="58403" y="4890"/>
                  </a:lnTo>
                  <a:lnTo>
                    <a:pt x="58352" y="4632"/>
                  </a:lnTo>
                  <a:lnTo>
                    <a:pt x="58326" y="4353"/>
                  </a:lnTo>
                  <a:lnTo>
                    <a:pt x="58326" y="4053"/>
                  </a:lnTo>
                  <a:lnTo>
                    <a:pt x="58326" y="4053"/>
                  </a:lnTo>
                  <a:lnTo>
                    <a:pt x="58326" y="3774"/>
                  </a:lnTo>
                  <a:lnTo>
                    <a:pt x="58352" y="3517"/>
                  </a:lnTo>
                  <a:lnTo>
                    <a:pt x="58403" y="3238"/>
                  </a:lnTo>
                  <a:lnTo>
                    <a:pt x="58454" y="2981"/>
                  </a:lnTo>
                  <a:lnTo>
                    <a:pt x="58519" y="2723"/>
                  </a:lnTo>
                  <a:lnTo>
                    <a:pt x="58621" y="2487"/>
                  </a:lnTo>
                  <a:lnTo>
                    <a:pt x="58711" y="2294"/>
                  </a:lnTo>
                  <a:lnTo>
                    <a:pt x="58813" y="2080"/>
                  </a:lnTo>
                  <a:lnTo>
                    <a:pt x="58942" y="1887"/>
                  </a:lnTo>
                  <a:lnTo>
                    <a:pt x="59057" y="1737"/>
                  </a:lnTo>
                  <a:lnTo>
                    <a:pt x="59198" y="1587"/>
                  </a:lnTo>
                  <a:lnTo>
                    <a:pt x="59352" y="1479"/>
                  </a:lnTo>
                  <a:lnTo>
                    <a:pt x="59506" y="1394"/>
                  </a:lnTo>
                  <a:lnTo>
                    <a:pt x="59673" y="1308"/>
                  </a:lnTo>
                  <a:lnTo>
                    <a:pt x="59839" y="1265"/>
                  </a:lnTo>
                  <a:lnTo>
                    <a:pt x="59993" y="1265"/>
                  </a:lnTo>
                  <a:lnTo>
                    <a:pt x="59993" y="1265"/>
                  </a:lnTo>
                  <a:close/>
                  <a:moveTo>
                    <a:pt x="115153" y="109790"/>
                  </a:moveTo>
                  <a:lnTo>
                    <a:pt x="115153" y="109790"/>
                  </a:lnTo>
                  <a:lnTo>
                    <a:pt x="115153" y="110026"/>
                  </a:lnTo>
                  <a:lnTo>
                    <a:pt x="115127" y="110219"/>
                  </a:lnTo>
                  <a:lnTo>
                    <a:pt x="115102" y="110412"/>
                  </a:lnTo>
                  <a:lnTo>
                    <a:pt x="115063" y="110627"/>
                  </a:lnTo>
                  <a:lnTo>
                    <a:pt x="114999" y="110798"/>
                  </a:lnTo>
                  <a:lnTo>
                    <a:pt x="114948" y="110970"/>
                  </a:lnTo>
                  <a:lnTo>
                    <a:pt x="114884" y="111120"/>
                  </a:lnTo>
                  <a:lnTo>
                    <a:pt x="114794" y="111270"/>
                  </a:lnTo>
                  <a:lnTo>
                    <a:pt x="114704" y="111399"/>
                  </a:lnTo>
                  <a:lnTo>
                    <a:pt x="114601" y="111528"/>
                  </a:lnTo>
                  <a:lnTo>
                    <a:pt x="114499" y="111635"/>
                  </a:lnTo>
                  <a:lnTo>
                    <a:pt x="114396" y="111721"/>
                  </a:lnTo>
                  <a:lnTo>
                    <a:pt x="114281" y="111806"/>
                  </a:lnTo>
                  <a:lnTo>
                    <a:pt x="114166" y="111849"/>
                  </a:lnTo>
                  <a:lnTo>
                    <a:pt x="114037" y="111871"/>
                  </a:lnTo>
                  <a:lnTo>
                    <a:pt x="113909" y="111892"/>
                  </a:lnTo>
                  <a:lnTo>
                    <a:pt x="6103" y="111892"/>
                  </a:lnTo>
                  <a:lnTo>
                    <a:pt x="6103" y="111892"/>
                  </a:lnTo>
                  <a:lnTo>
                    <a:pt x="5974" y="111871"/>
                  </a:lnTo>
                  <a:lnTo>
                    <a:pt x="5846" y="111849"/>
                  </a:lnTo>
                  <a:lnTo>
                    <a:pt x="5731" y="111806"/>
                  </a:lnTo>
                  <a:lnTo>
                    <a:pt x="5615" y="111721"/>
                  </a:lnTo>
                  <a:lnTo>
                    <a:pt x="5513" y="111635"/>
                  </a:lnTo>
                  <a:lnTo>
                    <a:pt x="5398" y="111528"/>
                  </a:lnTo>
                  <a:lnTo>
                    <a:pt x="5308" y="111399"/>
                  </a:lnTo>
                  <a:lnTo>
                    <a:pt x="5218" y="111270"/>
                  </a:lnTo>
                  <a:lnTo>
                    <a:pt x="5128" y="111120"/>
                  </a:lnTo>
                  <a:lnTo>
                    <a:pt x="5064" y="110970"/>
                  </a:lnTo>
                  <a:lnTo>
                    <a:pt x="5000" y="110798"/>
                  </a:lnTo>
                  <a:lnTo>
                    <a:pt x="4949" y="110627"/>
                  </a:lnTo>
                  <a:lnTo>
                    <a:pt x="4910" y="110412"/>
                  </a:lnTo>
                  <a:lnTo>
                    <a:pt x="4872" y="110219"/>
                  </a:lnTo>
                  <a:lnTo>
                    <a:pt x="4859" y="110026"/>
                  </a:lnTo>
                  <a:lnTo>
                    <a:pt x="4859" y="109790"/>
                  </a:lnTo>
                  <a:lnTo>
                    <a:pt x="4859" y="10209"/>
                  </a:lnTo>
                  <a:lnTo>
                    <a:pt x="4859" y="10209"/>
                  </a:lnTo>
                  <a:lnTo>
                    <a:pt x="4859" y="9994"/>
                  </a:lnTo>
                  <a:lnTo>
                    <a:pt x="4872" y="9780"/>
                  </a:lnTo>
                  <a:lnTo>
                    <a:pt x="4910" y="9587"/>
                  </a:lnTo>
                  <a:lnTo>
                    <a:pt x="4949" y="9394"/>
                  </a:lnTo>
                  <a:lnTo>
                    <a:pt x="5000" y="9201"/>
                  </a:lnTo>
                  <a:lnTo>
                    <a:pt x="5064" y="9029"/>
                  </a:lnTo>
                  <a:lnTo>
                    <a:pt x="5128" y="8857"/>
                  </a:lnTo>
                  <a:lnTo>
                    <a:pt x="5218" y="8729"/>
                  </a:lnTo>
                  <a:lnTo>
                    <a:pt x="5308" y="8579"/>
                  </a:lnTo>
                  <a:lnTo>
                    <a:pt x="5398" y="8471"/>
                  </a:lnTo>
                  <a:lnTo>
                    <a:pt x="5513" y="8364"/>
                  </a:lnTo>
                  <a:lnTo>
                    <a:pt x="5615" y="8257"/>
                  </a:lnTo>
                  <a:lnTo>
                    <a:pt x="5731" y="8193"/>
                  </a:lnTo>
                  <a:lnTo>
                    <a:pt x="5846" y="8150"/>
                  </a:lnTo>
                  <a:lnTo>
                    <a:pt x="5974" y="8128"/>
                  </a:lnTo>
                  <a:lnTo>
                    <a:pt x="6103" y="8107"/>
                  </a:lnTo>
                  <a:lnTo>
                    <a:pt x="113909" y="8107"/>
                  </a:lnTo>
                  <a:lnTo>
                    <a:pt x="113909" y="8107"/>
                  </a:lnTo>
                  <a:lnTo>
                    <a:pt x="114037" y="8128"/>
                  </a:lnTo>
                  <a:lnTo>
                    <a:pt x="114166" y="8150"/>
                  </a:lnTo>
                  <a:lnTo>
                    <a:pt x="114281" y="8193"/>
                  </a:lnTo>
                  <a:lnTo>
                    <a:pt x="114396" y="8257"/>
                  </a:lnTo>
                  <a:lnTo>
                    <a:pt x="114499" y="8364"/>
                  </a:lnTo>
                  <a:lnTo>
                    <a:pt x="114601" y="8471"/>
                  </a:lnTo>
                  <a:lnTo>
                    <a:pt x="114704" y="8579"/>
                  </a:lnTo>
                  <a:lnTo>
                    <a:pt x="114794" y="8729"/>
                  </a:lnTo>
                  <a:lnTo>
                    <a:pt x="114884" y="8857"/>
                  </a:lnTo>
                  <a:lnTo>
                    <a:pt x="114948" y="9029"/>
                  </a:lnTo>
                  <a:lnTo>
                    <a:pt x="114999" y="9201"/>
                  </a:lnTo>
                  <a:lnTo>
                    <a:pt x="115063" y="9394"/>
                  </a:lnTo>
                  <a:lnTo>
                    <a:pt x="115102" y="9587"/>
                  </a:lnTo>
                  <a:lnTo>
                    <a:pt x="115127" y="9780"/>
                  </a:lnTo>
                  <a:lnTo>
                    <a:pt x="115153" y="9994"/>
                  </a:lnTo>
                  <a:lnTo>
                    <a:pt x="115153" y="10209"/>
                  </a:lnTo>
                  <a:lnTo>
                    <a:pt x="115153" y="109790"/>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sp>
          <p:nvSpPr>
            <p:cNvPr id="1263" name="Shape 1263"/>
            <p:cNvSpPr/>
            <p:nvPr/>
          </p:nvSpPr>
          <p:spPr>
            <a:xfrm>
              <a:off x="1676400" y="11107738"/>
              <a:ext cx="1930399" cy="68262"/>
            </a:xfrm>
            <a:custGeom>
              <a:avLst/>
              <a:gdLst/>
              <a:ahLst/>
              <a:cxnLst/>
              <a:rect l="0" t="0" r="0" b="0"/>
              <a:pathLst>
                <a:path w="120000" h="120000" extrusionOk="0">
                  <a:moveTo>
                    <a:pt x="65" y="0"/>
                  </a:moveTo>
                  <a:lnTo>
                    <a:pt x="65" y="0"/>
                  </a:lnTo>
                  <a:lnTo>
                    <a:pt x="32" y="4961"/>
                  </a:lnTo>
                  <a:lnTo>
                    <a:pt x="10" y="9612"/>
                  </a:lnTo>
                  <a:lnTo>
                    <a:pt x="0" y="14573"/>
                  </a:lnTo>
                  <a:lnTo>
                    <a:pt x="0" y="19534"/>
                  </a:lnTo>
                  <a:lnTo>
                    <a:pt x="0" y="21705"/>
                  </a:lnTo>
                  <a:lnTo>
                    <a:pt x="0" y="21705"/>
                  </a:lnTo>
                  <a:lnTo>
                    <a:pt x="0" y="26666"/>
                  </a:lnTo>
                  <a:lnTo>
                    <a:pt x="10" y="31627"/>
                  </a:lnTo>
                  <a:lnTo>
                    <a:pt x="32" y="36589"/>
                  </a:lnTo>
                  <a:lnTo>
                    <a:pt x="65" y="41550"/>
                  </a:lnTo>
                  <a:lnTo>
                    <a:pt x="109" y="46201"/>
                  </a:lnTo>
                  <a:lnTo>
                    <a:pt x="153" y="50852"/>
                  </a:lnTo>
                  <a:lnTo>
                    <a:pt x="208" y="55193"/>
                  </a:lnTo>
                  <a:lnTo>
                    <a:pt x="274" y="59844"/>
                  </a:lnTo>
                  <a:lnTo>
                    <a:pt x="339" y="64186"/>
                  </a:lnTo>
                  <a:lnTo>
                    <a:pt x="416" y="68527"/>
                  </a:lnTo>
                  <a:lnTo>
                    <a:pt x="504" y="72558"/>
                  </a:lnTo>
                  <a:lnTo>
                    <a:pt x="592" y="76589"/>
                  </a:lnTo>
                  <a:lnTo>
                    <a:pt x="679" y="80310"/>
                  </a:lnTo>
                  <a:lnTo>
                    <a:pt x="789" y="84031"/>
                  </a:lnTo>
                  <a:lnTo>
                    <a:pt x="899" y="87751"/>
                  </a:lnTo>
                  <a:lnTo>
                    <a:pt x="1019" y="90852"/>
                  </a:lnTo>
                  <a:lnTo>
                    <a:pt x="1129" y="94263"/>
                  </a:lnTo>
                  <a:lnTo>
                    <a:pt x="1260" y="97364"/>
                  </a:lnTo>
                  <a:lnTo>
                    <a:pt x="1392" y="100465"/>
                  </a:lnTo>
                  <a:lnTo>
                    <a:pt x="1535" y="102945"/>
                  </a:lnTo>
                  <a:lnTo>
                    <a:pt x="1677" y="105736"/>
                  </a:lnTo>
                  <a:lnTo>
                    <a:pt x="1820" y="107906"/>
                  </a:lnTo>
                  <a:lnTo>
                    <a:pt x="1973" y="110387"/>
                  </a:lnTo>
                  <a:lnTo>
                    <a:pt x="2127" y="111937"/>
                  </a:lnTo>
                  <a:lnTo>
                    <a:pt x="2280" y="114108"/>
                  </a:lnTo>
                  <a:lnTo>
                    <a:pt x="2445" y="115348"/>
                  </a:lnTo>
                  <a:lnTo>
                    <a:pt x="2609" y="116589"/>
                  </a:lnTo>
                  <a:lnTo>
                    <a:pt x="2774" y="118139"/>
                  </a:lnTo>
                  <a:lnTo>
                    <a:pt x="2938" y="118759"/>
                  </a:lnTo>
                  <a:lnTo>
                    <a:pt x="3114" y="119379"/>
                  </a:lnTo>
                  <a:lnTo>
                    <a:pt x="3289" y="119689"/>
                  </a:lnTo>
                  <a:lnTo>
                    <a:pt x="3464" y="120000"/>
                  </a:lnTo>
                  <a:lnTo>
                    <a:pt x="116524" y="120000"/>
                  </a:lnTo>
                  <a:lnTo>
                    <a:pt x="116524" y="120000"/>
                  </a:lnTo>
                  <a:lnTo>
                    <a:pt x="116710" y="119689"/>
                  </a:lnTo>
                  <a:lnTo>
                    <a:pt x="116885" y="119379"/>
                  </a:lnTo>
                  <a:lnTo>
                    <a:pt x="117050" y="118759"/>
                  </a:lnTo>
                  <a:lnTo>
                    <a:pt x="117225" y="118139"/>
                  </a:lnTo>
                  <a:lnTo>
                    <a:pt x="117390" y="116589"/>
                  </a:lnTo>
                  <a:lnTo>
                    <a:pt x="117554" y="115348"/>
                  </a:lnTo>
                  <a:lnTo>
                    <a:pt x="117719" y="114108"/>
                  </a:lnTo>
                  <a:lnTo>
                    <a:pt x="117872" y="111937"/>
                  </a:lnTo>
                  <a:lnTo>
                    <a:pt x="118026" y="110387"/>
                  </a:lnTo>
                  <a:lnTo>
                    <a:pt x="118179" y="107906"/>
                  </a:lnTo>
                  <a:lnTo>
                    <a:pt x="118322" y="105736"/>
                  </a:lnTo>
                  <a:lnTo>
                    <a:pt x="118464" y="102945"/>
                  </a:lnTo>
                  <a:lnTo>
                    <a:pt x="118607" y="100465"/>
                  </a:lnTo>
                  <a:lnTo>
                    <a:pt x="118739" y="97364"/>
                  </a:lnTo>
                  <a:lnTo>
                    <a:pt x="118859" y="94263"/>
                  </a:lnTo>
                  <a:lnTo>
                    <a:pt x="118980" y="90852"/>
                  </a:lnTo>
                  <a:lnTo>
                    <a:pt x="119089" y="87751"/>
                  </a:lnTo>
                  <a:lnTo>
                    <a:pt x="119210" y="84031"/>
                  </a:lnTo>
                  <a:lnTo>
                    <a:pt x="119309" y="80310"/>
                  </a:lnTo>
                  <a:lnTo>
                    <a:pt x="119407" y="76589"/>
                  </a:lnTo>
                  <a:lnTo>
                    <a:pt x="119495" y="72558"/>
                  </a:lnTo>
                  <a:lnTo>
                    <a:pt x="119572" y="68527"/>
                  </a:lnTo>
                  <a:lnTo>
                    <a:pt x="119660" y="64186"/>
                  </a:lnTo>
                  <a:lnTo>
                    <a:pt x="119725" y="59844"/>
                  </a:lnTo>
                  <a:lnTo>
                    <a:pt x="119791" y="55193"/>
                  </a:lnTo>
                  <a:lnTo>
                    <a:pt x="119846" y="50852"/>
                  </a:lnTo>
                  <a:lnTo>
                    <a:pt x="119890" y="46201"/>
                  </a:lnTo>
                  <a:lnTo>
                    <a:pt x="119934" y="41550"/>
                  </a:lnTo>
                  <a:lnTo>
                    <a:pt x="119956" y="36589"/>
                  </a:lnTo>
                  <a:lnTo>
                    <a:pt x="119978" y="31627"/>
                  </a:lnTo>
                  <a:lnTo>
                    <a:pt x="119989" y="26666"/>
                  </a:lnTo>
                  <a:lnTo>
                    <a:pt x="120000" y="21705"/>
                  </a:lnTo>
                  <a:lnTo>
                    <a:pt x="120000" y="19534"/>
                  </a:lnTo>
                  <a:lnTo>
                    <a:pt x="120000" y="19534"/>
                  </a:lnTo>
                  <a:lnTo>
                    <a:pt x="119989" y="14573"/>
                  </a:lnTo>
                  <a:lnTo>
                    <a:pt x="119978" y="9612"/>
                  </a:lnTo>
                  <a:lnTo>
                    <a:pt x="119967" y="4961"/>
                  </a:lnTo>
                  <a:lnTo>
                    <a:pt x="119934" y="0"/>
                  </a:lnTo>
                  <a:lnTo>
                    <a:pt x="65" y="0"/>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sp>
          <p:nvSpPr>
            <p:cNvPr id="1264" name="Shape 1264"/>
            <p:cNvSpPr/>
            <p:nvPr/>
          </p:nvSpPr>
          <p:spPr>
            <a:xfrm>
              <a:off x="1687513" y="10825163"/>
              <a:ext cx="1908173" cy="263525"/>
            </a:xfrm>
            <a:custGeom>
              <a:avLst/>
              <a:gdLst/>
              <a:ahLst/>
              <a:cxnLst/>
              <a:rect l="0" t="0" r="0" b="0"/>
              <a:pathLst>
                <a:path w="120000" h="120000" extrusionOk="0">
                  <a:moveTo>
                    <a:pt x="119844" y="105449"/>
                  </a:moveTo>
                  <a:lnTo>
                    <a:pt x="112616" y="5356"/>
                  </a:lnTo>
                  <a:lnTo>
                    <a:pt x="112616" y="5356"/>
                  </a:lnTo>
                  <a:lnTo>
                    <a:pt x="112505" y="4157"/>
                  </a:lnTo>
                  <a:lnTo>
                    <a:pt x="112383" y="3117"/>
                  </a:lnTo>
                  <a:lnTo>
                    <a:pt x="112250" y="2158"/>
                  </a:lnTo>
                  <a:lnTo>
                    <a:pt x="112095" y="1359"/>
                  </a:lnTo>
                  <a:lnTo>
                    <a:pt x="111929" y="799"/>
                  </a:lnTo>
                  <a:lnTo>
                    <a:pt x="111751" y="319"/>
                  </a:lnTo>
                  <a:lnTo>
                    <a:pt x="111574" y="79"/>
                  </a:lnTo>
                  <a:lnTo>
                    <a:pt x="111385" y="0"/>
                  </a:lnTo>
                  <a:lnTo>
                    <a:pt x="8614" y="0"/>
                  </a:lnTo>
                  <a:lnTo>
                    <a:pt x="8614" y="0"/>
                  </a:lnTo>
                  <a:lnTo>
                    <a:pt x="8425" y="79"/>
                  </a:lnTo>
                  <a:lnTo>
                    <a:pt x="8237" y="319"/>
                  </a:lnTo>
                  <a:lnTo>
                    <a:pt x="8070" y="799"/>
                  </a:lnTo>
                  <a:lnTo>
                    <a:pt x="7904" y="1359"/>
                  </a:lnTo>
                  <a:lnTo>
                    <a:pt x="7749" y="2158"/>
                  </a:lnTo>
                  <a:lnTo>
                    <a:pt x="7605" y="3117"/>
                  </a:lnTo>
                  <a:lnTo>
                    <a:pt x="7483" y="4157"/>
                  </a:lnTo>
                  <a:lnTo>
                    <a:pt x="7383" y="5356"/>
                  </a:lnTo>
                  <a:lnTo>
                    <a:pt x="155" y="105449"/>
                  </a:lnTo>
                  <a:lnTo>
                    <a:pt x="155" y="105449"/>
                  </a:lnTo>
                  <a:lnTo>
                    <a:pt x="88" y="106728"/>
                  </a:lnTo>
                  <a:lnTo>
                    <a:pt x="22" y="108007"/>
                  </a:lnTo>
                  <a:lnTo>
                    <a:pt x="0" y="109287"/>
                  </a:lnTo>
                  <a:lnTo>
                    <a:pt x="0" y="110566"/>
                  </a:lnTo>
                  <a:lnTo>
                    <a:pt x="11" y="111765"/>
                  </a:lnTo>
                  <a:lnTo>
                    <a:pt x="66" y="112964"/>
                  </a:lnTo>
                  <a:lnTo>
                    <a:pt x="121" y="114163"/>
                  </a:lnTo>
                  <a:lnTo>
                    <a:pt x="210" y="115283"/>
                  </a:lnTo>
                  <a:lnTo>
                    <a:pt x="299" y="116242"/>
                  </a:lnTo>
                  <a:lnTo>
                    <a:pt x="410" y="117201"/>
                  </a:lnTo>
                  <a:lnTo>
                    <a:pt x="543" y="118081"/>
                  </a:lnTo>
                  <a:lnTo>
                    <a:pt x="687" y="118720"/>
                  </a:lnTo>
                  <a:lnTo>
                    <a:pt x="853" y="119280"/>
                  </a:lnTo>
                  <a:lnTo>
                    <a:pt x="1019" y="119680"/>
                  </a:lnTo>
                  <a:lnTo>
                    <a:pt x="1197" y="119920"/>
                  </a:lnTo>
                  <a:lnTo>
                    <a:pt x="1385" y="120000"/>
                  </a:lnTo>
                  <a:lnTo>
                    <a:pt x="118614" y="120000"/>
                  </a:lnTo>
                  <a:lnTo>
                    <a:pt x="118614" y="120000"/>
                  </a:lnTo>
                  <a:lnTo>
                    <a:pt x="118802" y="119920"/>
                  </a:lnTo>
                  <a:lnTo>
                    <a:pt x="118980" y="119680"/>
                  </a:lnTo>
                  <a:lnTo>
                    <a:pt x="119146" y="119280"/>
                  </a:lnTo>
                  <a:lnTo>
                    <a:pt x="119301" y="118720"/>
                  </a:lnTo>
                  <a:lnTo>
                    <a:pt x="119445" y="118081"/>
                  </a:lnTo>
                  <a:lnTo>
                    <a:pt x="119578" y="117201"/>
                  </a:lnTo>
                  <a:lnTo>
                    <a:pt x="119700" y="116242"/>
                  </a:lnTo>
                  <a:lnTo>
                    <a:pt x="119789" y="115283"/>
                  </a:lnTo>
                  <a:lnTo>
                    <a:pt x="119878" y="114163"/>
                  </a:lnTo>
                  <a:lnTo>
                    <a:pt x="119933" y="112964"/>
                  </a:lnTo>
                  <a:lnTo>
                    <a:pt x="119977" y="111765"/>
                  </a:lnTo>
                  <a:lnTo>
                    <a:pt x="120000" y="110566"/>
                  </a:lnTo>
                  <a:lnTo>
                    <a:pt x="120000" y="109287"/>
                  </a:lnTo>
                  <a:lnTo>
                    <a:pt x="119966" y="108007"/>
                  </a:lnTo>
                  <a:lnTo>
                    <a:pt x="119911" y="106728"/>
                  </a:lnTo>
                  <a:lnTo>
                    <a:pt x="119844" y="105449"/>
                  </a:lnTo>
                  <a:lnTo>
                    <a:pt x="119844" y="105449"/>
                  </a:lnTo>
                  <a:close/>
                  <a:moveTo>
                    <a:pt x="44922" y="110806"/>
                  </a:moveTo>
                  <a:lnTo>
                    <a:pt x="46241" y="86102"/>
                  </a:lnTo>
                  <a:lnTo>
                    <a:pt x="73747" y="86102"/>
                  </a:lnTo>
                  <a:lnTo>
                    <a:pt x="75077" y="110806"/>
                  </a:lnTo>
                  <a:lnTo>
                    <a:pt x="44922" y="110806"/>
                  </a:lnTo>
                  <a:close/>
                  <a:moveTo>
                    <a:pt x="9667" y="76828"/>
                  </a:moveTo>
                  <a:lnTo>
                    <a:pt x="13004" y="21665"/>
                  </a:lnTo>
                  <a:lnTo>
                    <a:pt x="106995" y="21665"/>
                  </a:lnTo>
                  <a:lnTo>
                    <a:pt x="110332" y="76828"/>
                  </a:lnTo>
                  <a:lnTo>
                    <a:pt x="9667" y="76828"/>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grpSp>
      <p:grpSp>
        <p:nvGrpSpPr>
          <p:cNvPr id="1265" name="Shape 1265"/>
          <p:cNvGrpSpPr/>
          <p:nvPr/>
        </p:nvGrpSpPr>
        <p:grpSpPr>
          <a:xfrm>
            <a:off x="2660526" y="5400828"/>
            <a:ext cx="549575" cy="390800"/>
            <a:chOff x="1676400" y="9809163"/>
            <a:chExt cx="1930399" cy="1366837"/>
          </a:xfrm>
        </p:grpSpPr>
        <p:sp>
          <p:nvSpPr>
            <p:cNvPr id="1266" name="Shape 1266"/>
            <p:cNvSpPr/>
            <p:nvPr/>
          </p:nvSpPr>
          <p:spPr>
            <a:xfrm>
              <a:off x="1816100" y="9809163"/>
              <a:ext cx="1650999" cy="987425"/>
            </a:xfrm>
            <a:custGeom>
              <a:avLst/>
              <a:gdLst/>
              <a:ahLst/>
              <a:cxnLst/>
              <a:rect l="0" t="0" r="0" b="0"/>
              <a:pathLst>
                <a:path w="120000" h="120000" extrusionOk="0">
                  <a:moveTo>
                    <a:pt x="116525" y="0"/>
                  </a:moveTo>
                  <a:lnTo>
                    <a:pt x="3487" y="0"/>
                  </a:lnTo>
                  <a:lnTo>
                    <a:pt x="3487" y="0"/>
                  </a:lnTo>
                  <a:lnTo>
                    <a:pt x="3308" y="0"/>
                  </a:lnTo>
                  <a:lnTo>
                    <a:pt x="3128" y="21"/>
                  </a:lnTo>
                  <a:lnTo>
                    <a:pt x="2961" y="64"/>
                  </a:lnTo>
                  <a:lnTo>
                    <a:pt x="2782" y="107"/>
                  </a:lnTo>
                  <a:lnTo>
                    <a:pt x="2628" y="193"/>
                  </a:lnTo>
                  <a:lnTo>
                    <a:pt x="2461" y="257"/>
                  </a:lnTo>
                  <a:lnTo>
                    <a:pt x="2295" y="343"/>
                  </a:lnTo>
                  <a:lnTo>
                    <a:pt x="2141" y="471"/>
                  </a:lnTo>
                  <a:lnTo>
                    <a:pt x="1833" y="707"/>
                  </a:lnTo>
                  <a:lnTo>
                    <a:pt x="1551" y="986"/>
                  </a:lnTo>
                  <a:lnTo>
                    <a:pt x="1269" y="1329"/>
                  </a:lnTo>
                  <a:lnTo>
                    <a:pt x="1025" y="1715"/>
                  </a:lnTo>
                  <a:lnTo>
                    <a:pt x="807" y="2123"/>
                  </a:lnTo>
                  <a:lnTo>
                    <a:pt x="602" y="2552"/>
                  </a:lnTo>
                  <a:lnTo>
                    <a:pt x="423" y="3045"/>
                  </a:lnTo>
                  <a:lnTo>
                    <a:pt x="282" y="3560"/>
                  </a:lnTo>
                  <a:lnTo>
                    <a:pt x="217" y="3839"/>
                  </a:lnTo>
                  <a:lnTo>
                    <a:pt x="166" y="4117"/>
                  </a:lnTo>
                  <a:lnTo>
                    <a:pt x="115" y="4375"/>
                  </a:lnTo>
                  <a:lnTo>
                    <a:pt x="89" y="4654"/>
                  </a:lnTo>
                  <a:lnTo>
                    <a:pt x="38" y="4932"/>
                  </a:lnTo>
                  <a:lnTo>
                    <a:pt x="25" y="5233"/>
                  </a:lnTo>
                  <a:lnTo>
                    <a:pt x="12" y="5533"/>
                  </a:lnTo>
                  <a:lnTo>
                    <a:pt x="0" y="5833"/>
                  </a:lnTo>
                  <a:lnTo>
                    <a:pt x="0" y="114166"/>
                  </a:lnTo>
                  <a:lnTo>
                    <a:pt x="0" y="114166"/>
                  </a:lnTo>
                  <a:lnTo>
                    <a:pt x="12" y="114466"/>
                  </a:lnTo>
                  <a:lnTo>
                    <a:pt x="25" y="114745"/>
                  </a:lnTo>
                  <a:lnTo>
                    <a:pt x="38" y="115045"/>
                  </a:lnTo>
                  <a:lnTo>
                    <a:pt x="89" y="115324"/>
                  </a:lnTo>
                  <a:lnTo>
                    <a:pt x="115" y="115624"/>
                  </a:lnTo>
                  <a:lnTo>
                    <a:pt x="166" y="115903"/>
                  </a:lnTo>
                  <a:lnTo>
                    <a:pt x="217" y="116160"/>
                  </a:lnTo>
                  <a:lnTo>
                    <a:pt x="282" y="116439"/>
                  </a:lnTo>
                  <a:lnTo>
                    <a:pt x="423" y="116954"/>
                  </a:lnTo>
                  <a:lnTo>
                    <a:pt x="602" y="117426"/>
                  </a:lnTo>
                  <a:lnTo>
                    <a:pt x="807" y="117876"/>
                  </a:lnTo>
                  <a:lnTo>
                    <a:pt x="1025" y="118284"/>
                  </a:lnTo>
                  <a:lnTo>
                    <a:pt x="1269" y="118648"/>
                  </a:lnTo>
                  <a:lnTo>
                    <a:pt x="1551" y="118991"/>
                  </a:lnTo>
                  <a:lnTo>
                    <a:pt x="1833" y="119292"/>
                  </a:lnTo>
                  <a:lnTo>
                    <a:pt x="2141" y="119528"/>
                  </a:lnTo>
                  <a:lnTo>
                    <a:pt x="2295" y="119656"/>
                  </a:lnTo>
                  <a:lnTo>
                    <a:pt x="2461" y="119742"/>
                  </a:lnTo>
                  <a:lnTo>
                    <a:pt x="2628" y="119806"/>
                  </a:lnTo>
                  <a:lnTo>
                    <a:pt x="2782" y="119871"/>
                  </a:lnTo>
                  <a:lnTo>
                    <a:pt x="2961" y="119914"/>
                  </a:lnTo>
                  <a:lnTo>
                    <a:pt x="3128" y="119978"/>
                  </a:lnTo>
                  <a:lnTo>
                    <a:pt x="3308" y="120000"/>
                  </a:lnTo>
                  <a:lnTo>
                    <a:pt x="3487" y="120000"/>
                  </a:lnTo>
                  <a:lnTo>
                    <a:pt x="116525" y="120000"/>
                  </a:lnTo>
                  <a:lnTo>
                    <a:pt x="116525" y="120000"/>
                  </a:lnTo>
                  <a:lnTo>
                    <a:pt x="116704" y="120000"/>
                  </a:lnTo>
                  <a:lnTo>
                    <a:pt x="116884" y="119978"/>
                  </a:lnTo>
                  <a:lnTo>
                    <a:pt x="117050" y="119914"/>
                  </a:lnTo>
                  <a:lnTo>
                    <a:pt x="117230" y="119871"/>
                  </a:lnTo>
                  <a:lnTo>
                    <a:pt x="117384" y="119806"/>
                  </a:lnTo>
                  <a:lnTo>
                    <a:pt x="117551" y="119742"/>
                  </a:lnTo>
                  <a:lnTo>
                    <a:pt x="117717" y="119656"/>
                  </a:lnTo>
                  <a:lnTo>
                    <a:pt x="117871" y="119528"/>
                  </a:lnTo>
                  <a:lnTo>
                    <a:pt x="118179" y="119292"/>
                  </a:lnTo>
                  <a:lnTo>
                    <a:pt x="118461" y="118991"/>
                  </a:lnTo>
                  <a:lnTo>
                    <a:pt x="118730" y="118648"/>
                  </a:lnTo>
                  <a:lnTo>
                    <a:pt x="118974" y="118284"/>
                  </a:lnTo>
                  <a:lnTo>
                    <a:pt x="119205" y="117876"/>
                  </a:lnTo>
                  <a:lnTo>
                    <a:pt x="119410" y="117426"/>
                  </a:lnTo>
                  <a:lnTo>
                    <a:pt x="119589" y="116954"/>
                  </a:lnTo>
                  <a:lnTo>
                    <a:pt x="119653" y="116697"/>
                  </a:lnTo>
                  <a:lnTo>
                    <a:pt x="119730" y="116439"/>
                  </a:lnTo>
                  <a:lnTo>
                    <a:pt x="119794" y="116160"/>
                  </a:lnTo>
                  <a:lnTo>
                    <a:pt x="119846" y="115903"/>
                  </a:lnTo>
                  <a:lnTo>
                    <a:pt x="119884" y="115624"/>
                  </a:lnTo>
                  <a:lnTo>
                    <a:pt x="119923" y="115324"/>
                  </a:lnTo>
                  <a:lnTo>
                    <a:pt x="119961" y="115045"/>
                  </a:lnTo>
                  <a:lnTo>
                    <a:pt x="119987" y="114745"/>
                  </a:lnTo>
                  <a:lnTo>
                    <a:pt x="120000" y="114466"/>
                  </a:lnTo>
                  <a:lnTo>
                    <a:pt x="120000" y="114166"/>
                  </a:lnTo>
                  <a:lnTo>
                    <a:pt x="120000" y="5833"/>
                  </a:lnTo>
                  <a:lnTo>
                    <a:pt x="120000" y="5833"/>
                  </a:lnTo>
                  <a:lnTo>
                    <a:pt x="120000" y="5533"/>
                  </a:lnTo>
                  <a:lnTo>
                    <a:pt x="119987" y="5233"/>
                  </a:lnTo>
                  <a:lnTo>
                    <a:pt x="119961" y="4932"/>
                  </a:lnTo>
                  <a:lnTo>
                    <a:pt x="119923" y="4654"/>
                  </a:lnTo>
                  <a:lnTo>
                    <a:pt x="119884" y="4375"/>
                  </a:lnTo>
                  <a:lnTo>
                    <a:pt x="119846" y="4117"/>
                  </a:lnTo>
                  <a:lnTo>
                    <a:pt x="119794" y="3839"/>
                  </a:lnTo>
                  <a:lnTo>
                    <a:pt x="119730" y="3560"/>
                  </a:lnTo>
                  <a:lnTo>
                    <a:pt x="119653" y="3302"/>
                  </a:lnTo>
                  <a:lnTo>
                    <a:pt x="119589" y="3045"/>
                  </a:lnTo>
                  <a:lnTo>
                    <a:pt x="119410" y="2552"/>
                  </a:lnTo>
                  <a:lnTo>
                    <a:pt x="119205" y="2123"/>
                  </a:lnTo>
                  <a:lnTo>
                    <a:pt x="118974" y="1715"/>
                  </a:lnTo>
                  <a:lnTo>
                    <a:pt x="118730" y="1329"/>
                  </a:lnTo>
                  <a:lnTo>
                    <a:pt x="118461" y="986"/>
                  </a:lnTo>
                  <a:lnTo>
                    <a:pt x="118179" y="707"/>
                  </a:lnTo>
                  <a:lnTo>
                    <a:pt x="117871" y="471"/>
                  </a:lnTo>
                  <a:lnTo>
                    <a:pt x="117717" y="343"/>
                  </a:lnTo>
                  <a:lnTo>
                    <a:pt x="117551" y="257"/>
                  </a:lnTo>
                  <a:lnTo>
                    <a:pt x="117384" y="193"/>
                  </a:lnTo>
                  <a:lnTo>
                    <a:pt x="117230" y="107"/>
                  </a:lnTo>
                  <a:lnTo>
                    <a:pt x="117050" y="64"/>
                  </a:lnTo>
                  <a:lnTo>
                    <a:pt x="116884" y="21"/>
                  </a:lnTo>
                  <a:lnTo>
                    <a:pt x="116704" y="0"/>
                  </a:lnTo>
                  <a:lnTo>
                    <a:pt x="116525" y="0"/>
                  </a:lnTo>
                  <a:lnTo>
                    <a:pt x="116525" y="0"/>
                  </a:lnTo>
                  <a:close/>
                  <a:moveTo>
                    <a:pt x="59993" y="1265"/>
                  </a:moveTo>
                  <a:lnTo>
                    <a:pt x="59993" y="1265"/>
                  </a:lnTo>
                  <a:lnTo>
                    <a:pt x="60173" y="1265"/>
                  </a:lnTo>
                  <a:lnTo>
                    <a:pt x="60339" y="1308"/>
                  </a:lnTo>
                  <a:lnTo>
                    <a:pt x="60506" y="1394"/>
                  </a:lnTo>
                  <a:lnTo>
                    <a:pt x="60660" y="1479"/>
                  </a:lnTo>
                  <a:lnTo>
                    <a:pt x="60801" y="1587"/>
                  </a:lnTo>
                  <a:lnTo>
                    <a:pt x="60942" y="1737"/>
                  </a:lnTo>
                  <a:lnTo>
                    <a:pt x="61070" y="1887"/>
                  </a:lnTo>
                  <a:lnTo>
                    <a:pt x="61186" y="2080"/>
                  </a:lnTo>
                  <a:lnTo>
                    <a:pt x="61301" y="2294"/>
                  </a:lnTo>
                  <a:lnTo>
                    <a:pt x="61391" y="2487"/>
                  </a:lnTo>
                  <a:lnTo>
                    <a:pt x="61480" y="2723"/>
                  </a:lnTo>
                  <a:lnTo>
                    <a:pt x="61545" y="2981"/>
                  </a:lnTo>
                  <a:lnTo>
                    <a:pt x="61596" y="3238"/>
                  </a:lnTo>
                  <a:lnTo>
                    <a:pt x="61647" y="3517"/>
                  </a:lnTo>
                  <a:lnTo>
                    <a:pt x="61673" y="3774"/>
                  </a:lnTo>
                  <a:lnTo>
                    <a:pt x="61686" y="4053"/>
                  </a:lnTo>
                  <a:lnTo>
                    <a:pt x="61686" y="4053"/>
                  </a:lnTo>
                  <a:lnTo>
                    <a:pt x="61673" y="4353"/>
                  </a:lnTo>
                  <a:lnTo>
                    <a:pt x="61647" y="4632"/>
                  </a:lnTo>
                  <a:lnTo>
                    <a:pt x="61596" y="4890"/>
                  </a:lnTo>
                  <a:lnTo>
                    <a:pt x="61545" y="5168"/>
                  </a:lnTo>
                  <a:lnTo>
                    <a:pt x="61480" y="5404"/>
                  </a:lnTo>
                  <a:lnTo>
                    <a:pt x="61391" y="5640"/>
                  </a:lnTo>
                  <a:lnTo>
                    <a:pt x="61301" y="5855"/>
                  </a:lnTo>
                  <a:lnTo>
                    <a:pt x="61186" y="6048"/>
                  </a:lnTo>
                  <a:lnTo>
                    <a:pt x="61070" y="6241"/>
                  </a:lnTo>
                  <a:lnTo>
                    <a:pt x="60942" y="6391"/>
                  </a:lnTo>
                  <a:lnTo>
                    <a:pt x="60801" y="6541"/>
                  </a:lnTo>
                  <a:lnTo>
                    <a:pt x="60660" y="6648"/>
                  </a:lnTo>
                  <a:lnTo>
                    <a:pt x="60506" y="6734"/>
                  </a:lnTo>
                  <a:lnTo>
                    <a:pt x="60339" y="6798"/>
                  </a:lnTo>
                  <a:lnTo>
                    <a:pt x="60173" y="6863"/>
                  </a:lnTo>
                  <a:lnTo>
                    <a:pt x="59993" y="6884"/>
                  </a:lnTo>
                  <a:lnTo>
                    <a:pt x="59993" y="6884"/>
                  </a:lnTo>
                  <a:lnTo>
                    <a:pt x="59839" y="6863"/>
                  </a:lnTo>
                  <a:lnTo>
                    <a:pt x="59673" y="6798"/>
                  </a:lnTo>
                  <a:lnTo>
                    <a:pt x="59506" y="6734"/>
                  </a:lnTo>
                  <a:lnTo>
                    <a:pt x="59352" y="6648"/>
                  </a:lnTo>
                  <a:lnTo>
                    <a:pt x="59198" y="6541"/>
                  </a:lnTo>
                  <a:lnTo>
                    <a:pt x="59057" y="6391"/>
                  </a:lnTo>
                  <a:lnTo>
                    <a:pt x="58942" y="6241"/>
                  </a:lnTo>
                  <a:lnTo>
                    <a:pt x="58813" y="6048"/>
                  </a:lnTo>
                  <a:lnTo>
                    <a:pt x="58711" y="5855"/>
                  </a:lnTo>
                  <a:lnTo>
                    <a:pt x="58621" y="5640"/>
                  </a:lnTo>
                  <a:lnTo>
                    <a:pt x="58519" y="5404"/>
                  </a:lnTo>
                  <a:lnTo>
                    <a:pt x="58454" y="5168"/>
                  </a:lnTo>
                  <a:lnTo>
                    <a:pt x="58403" y="4890"/>
                  </a:lnTo>
                  <a:lnTo>
                    <a:pt x="58352" y="4632"/>
                  </a:lnTo>
                  <a:lnTo>
                    <a:pt x="58326" y="4353"/>
                  </a:lnTo>
                  <a:lnTo>
                    <a:pt x="58326" y="4053"/>
                  </a:lnTo>
                  <a:lnTo>
                    <a:pt x="58326" y="4053"/>
                  </a:lnTo>
                  <a:lnTo>
                    <a:pt x="58326" y="3774"/>
                  </a:lnTo>
                  <a:lnTo>
                    <a:pt x="58352" y="3517"/>
                  </a:lnTo>
                  <a:lnTo>
                    <a:pt x="58403" y="3238"/>
                  </a:lnTo>
                  <a:lnTo>
                    <a:pt x="58454" y="2981"/>
                  </a:lnTo>
                  <a:lnTo>
                    <a:pt x="58519" y="2723"/>
                  </a:lnTo>
                  <a:lnTo>
                    <a:pt x="58621" y="2487"/>
                  </a:lnTo>
                  <a:lnTo>
                    <a:pt x="58711" y="2294"/>
                  </a:lnTo>
                  <a:lnTo>
                    <a:pt x="58813" y="2080"/>
                  </a:lnTo>
                  <a:lnTo>
                    <a:pt x="58942" y="1887"/>
                  </a:lnTo>
                  <a:lnTo>
                    <a:pt x="59057" y="1737"/>
                  </a:lnTo>
                  <a:lnTo>
                    <a:pt x="59198" y="1587"/>
                  </a:lnTo>
                  <a:lnTo>
                    <a:pt x="59352" y="1479"/>
                  </a:lnTo>
                  <a:lnTo>
                    <a:pt x="59506" y="1394"/>
                  </a:lnTo>
                  <a:lnTo>
                    <a:pt x="59673" y="1308"/>
                  </a:lnTo>
                  <a:lnTo>
                    <a:pt x="59839" y="1265"/>
                  </a:lnTo>
                  <a:lnTo>
                    <a:pt x="59993" y="1265"/>
                  </a:lnTo>
                  <a:lnTo>
                    <a:pt x="59993" y="1265"/>
                  </a:lnTo>
                  <a:close/>
                  <a:moveTo>
                    <a:pt x="115153" y="109790"/>
                  </a:moveTo>
                  <a:lnTo>
                    <a:pt x="115153" y="109790"/>
                  </a:lnTo>
                  <a:lnTo>
                    <a:pt x="115153" y="110026"/>
                  </a:lnTo>
                  <a:lnTo>
                    <a:pt x="115127" y="110219"/>
                  </a:lnTo>
                  <a:lnTo>
                    <a:pt x="115102" y="110412"/>
                  </a:lnTo>
                  <a:lnTo>
                    <a:pt x="115063" y="110627"/>
                  </a:lnTo>
                  <a:lnTo>
                    <a:pt x="114999" y="110798"/>
                  </a:lnTo>
                  <a:lnTo>
                    <a:pt x="114948" y="110970"/>
                  </a:lnTo>
                  <a:lnTo>
                    <a:pt x="114884" y="111120"/>
                  </a:lnTo>
                  <a:lnTo>
                    <a:pt x="114794" y="111270"/>
                  </a:lnTo>
                  <a:lnTo>
                    <a:pt x="114704" y="111399"/>
                  </a:lnTo>
                  <a:lnTo>
                    <a:pt x="114601" y="111528"/>
                  </a:lnTo>
                  <a:lnTo>
                    <a:pt x="114499" y="111635"/>
                  </a:lnTo>
                  <a:lnTo>
                    <a:pt x="114396" y="111721"/>
                  </a:lnTo>
                  <a:lnTo>
                    <a:pt x="114281" y="111806"/>
                  </a:lnTo>
                  <a:lnTo>
                    <a:pt x="114166" y="111849"/>
                  </a:lnTo>
                  <a:lnTo>
                    <a:pt x="114037" y="111871"/>
                  </a:lnTo>
                  <a:lnTo>
                    <a:pt x="113909" y="111892"/>
                  </a:lnTo>
                  <a:lnTo>
                    <a:pt x="6103" y="111892"/>
                  </a:lnTo>
                  <a:lnTo>
                    <a:pt x="6103" y="111892"/>
                  </a:lnTo>
                  <a:lnTo>
                    <a:pt x="5974" y="111871"/>
                  </a:lnTo>
                  <a:lnTo>
                    <a:pt x="5846" y="111849"/>
                  </a:lnTo>
                  <a:lnTo>
                    <a:pt x="5731" y="111806"/>
                  </a:lnTo>
                  <a:lnTo>
                    <a:pt x="5615" y="111721"/>
                  </a:lnTo>
                  <a:lnTo>
                    <a:pt x="5513" y="111635"/>
                  </a:lnTo>
                  <a:lnTo>
                    <a:pt x="5398" y="111528"/>
                  </a:lnTo>
                  <a:lnTo>
                    <a:pt x="5308" y="111399"/>
                  </a:lnTo>
                  <a:lnTo>
                    <a:pt x="5218" y="111270"/>
                  </a:lnTo>
                  <a:lnTo>
                    <a:pt x="5128" y="111120"/>
                  </a:lnTo>
                  <a:lnTo>
                    <a:pt x="5064" y="110970"/>
                  </a:lnTo>
                  <a:lnTo>
                    <a:pt x="5000" y="110798"/>
                  </a:lnTo>
                  <a:lnTo>
                    <a:pt x="4949" y="110627"/>
                  </a:lnTo>
                  <a:lnTo>
                    <a:pt x="4910" y="110412"/>
                  </a:lnTo>
                  <a:lnTo>
                    <a:pt x="4872" y="110219"/>
                  </a:lnTo>
                  <a:lnTo>
                    <a:pt x="4859" y="110026"/>
                  </a:lnTo>
                  <a:lnTo>
                    <a:pt x="4859" y="109790"/>
                  </a:lnTo>
                  <a:lnTo>
                    <a:pt x="4859" y="10209"/>
                  </a:lnTo>
                  <a:lnTo>
                    <a:pt x="4859" y="10209"/>
                  </a:lnTo>
                  <a:lnTo>
                    <a:pt x="4859" y="9994"/>
                  </a:lnTo>
                  <a:lnTo>
                    <a:pt x="4872" y="9780"/>
                  </a:lnTo>
                  <a:lnTo>
                    <a:pt x="4910" y="9587"/>
                  </a:lnTo>
                  <a:lnTo>
                    <a:pt x="4949" y="9394"/>
                  </a:lnTo>
                  <a:lnTo>
                    <a:pt x="5000" y="9201"/>
                  </a:lnTo>
                  <a:lnTo>
                    <a:pt x="5064" y="9029"/>
                  </a:lnTo>
                  <a:lnTo>
                    <a:pt x="5128" y="8857"/>
                  </a:lnTo>
                  <a:lnTo>
                    <a:pt x="5218" y="8729"/>
                  </a:lnTo>
                  <a:lnTo>
                    <a:pt x="5308" y="8579"/>
                  </a:lnTo>
                  <a:lnTo>
                    <a:pt x="5398" y="8471"/>
                  </a:lnTo>
                  <a:lnTo>
                    <a:pt x="5513" y="8364"/>
                  </a:lnTo>
                  <a:lnTo>
                    <a:pt x="5615" y="8257"/>
                  </a:lnTo>
                  <a:lnTo>
                    <a:pt x="5731" y="8193"/>
                  </a:lnTo>
                  <a:lnTo>
                    <a:pt x="5846" y="8150"/>
                  </a:lnTo>
                  <a:lnTo>
                    <a:pt x="5974" y="8128"/>
                  </a:lnTo>
                  <a:lnTo>
                    <a:pt x="6103" y="8107"/>
                  </a:lnTo>
                  <a:lnTo>
                    <a:pt x="113909" y="8107"/>
                  </a:lnTo>
                  <a:lnTo>
                    <a:pt x="113909" y="8107"/>
                  </a:lnTo>
                  <a:lnTo>
                    <a:pt x="114037" y="8128"/>
                  </a:lnTo>
                  <a:lnTo>
                    <a:pt x="114166" y="8150"/>
                  </a:lnTo>
                  <a:lnTo>
                    <a:pt x="114281" y="8193"/>
                  </a:lnTo>
                  <a:lnTo>
                    <a:pt x="114396" y="8257"/>
                  </a:lnTo>
                  <a:lnTo>
                    <a:pt x="114499" y="8364"/>
                  </a:lnTo>
                  <a:lnTo>
                    <a:pt x="114601" y="8471"/>
                  </a:lnTo>
                  <a:lnTo>
                    <a:pt x="114704" y="8579"/>
                  </a:lnTo>
                  <a:lnTo>
                    <a:pt x="114794" y="8729"/>
                  </a:lnTo>
                  <a:lnTo>
                    <a:pt x="114884" y="8857"/>
                  </a:lnTo>
                  <a:lnTo>
                    <a:pt x="114948" y="9029"/>
                  </a:lnTo>
                  <a:lnTo>
                    <a:pt x="114999" y="9201"/>
                  </a:lnTo>
                  <a:lnTo>
                    <a:pt x="115063" y="9394"/>
                  </a:lnTo>
                  <a:lnTo>
                    <a:pt x="115102" y="9587"/>
                  </a:lnTo>
                  <a:lnTo>
                    <a:pt x="115127" y="9780"/>
                  </a:lnTo>
                  <a:lnTo>
                    <a:pt x="115153" y="9994"/>
                  </a:lnTo>
                  <a:lnTo>
                    <a:pt x="115153" y="10209"/>
                  </a:lnTo>
                  <a:lnTo>
                    <a:pt x="115153" y="109790"/>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sp>
          <p:nvSpPr>
            <p:cNvPr id="1267" name="Shape 1267"/>
            <p:cNvSpPr/>
            <p:nvPr/>
          </p:nvSpPr>
          <p:spPr>
            <a:xfrm>
              <a:off x="1676400" y="11107738"/>
              <a:ext cx="1930399" cy="68262"/>
            </a:xfrm>
            <a:custGeom>
              <a:avLst/>
              <a:gdLst/>
              <a:ahLst/>
              <a:cxnLst/>
              <a:rect l="0" t="0" r="0" b="0"/>
              <a:pathLst>
                <a:path w="120000" h="120000" extrusionOk="0">
                  <a:moveTo>
                    <a:pt x="65" y="0"/>
                  </a:moveTo>
                  <a:lnTo>
                    <a:pt x="65" y="0"/>
                  </a:lnTo>
                  <a:lnTo>
                    <a:pt x="32" y="4961"/>
                  </a:lnTo>
                  <a:lnTo>
                    <a:pt x="10" y="9612"/>
                  </a:lnTo>
                  <a:lnTo>
                    <a:pt x="0" y="14573"/>
                  </a:lnTo>
                  <a:lnTo>
                    <a:pt x="0" y="19534"/>
                  </a:lnTo>
                  <a:lnTo>
                    <a:pt x="0" y="21705"/>
                  </a:lnTo>
                  <a:lnTo>
                    <a:pt x="0" y="21705"/>
                  </a:lnTo>
                  <a:lnTo>
                    <a:pt x="0" y="26666"/>
                  </a:lnTo>
                  <a:lnTo>
                    <a:pt x="10" y="31627"/>
                  </a:lnTo>
                  <a:lnTo>
                    <a:pt x="32" y="36589"/>
                  </a:lnTo>
                  <a:lnTo>
                    <a:pt x="65" y="41550"/>
                  </a:lnTo>
                  <a:lnTo>
                    <a:pt x="109" y="46201"/>
                  </a:lnTo>
                  <a:lnTo>
                    <a:pt x="153" y="50852"/>
                  </a:lnTo>
                  <a:lnTo>
                    <a:pt x="208" y="55193"/>
                  </a:lnTo>
                  <a:lnTo>
                    <a:pt x="274" y="59844"/>
                  </a:lnTo>
                  <a:lnTo>
                    <a:pt x="339" y="64186"/>
                  </a:lnTo>
                  <a:lnTo>
                    <a:pt x="416" y="68527"/>
                  </a:lnTo>
                  <a:lnTo>
                    <a:pt x="504" y="72558"/>
                  </a:lnTo>
                  <a:lnTo>
                    <a:pt x="592" y="76589"/>
                  </a:lnTo>
                  <a:lnTo>
                    <a:pt x="679" y="80310"/>
                  </a:lnTo>
                  <a:lnTo>
                    <a:pt x="789" y="84031"/>
                  </a:lnTo>
                  <a:lnTo>
                    <a:pt x="899" y="87751"/>
                  </a:lnTo>
                  <a:lnTo>
                    <a:pt x="1019" y="90852"/>
                  </a:lnTo>
                  <a:lnTo>
                    <a:pt x="1129" y="94263"/>
                  </a:lnTo>
                  <a:lnTo>
                    <a:pt x="1260" y="97364"/>
                  </a:lnTo>
                  <a:lnTo>
                    <a:pt x="1392" y="100465"/>
                  </a:lnTo>
                  <a:lnTo>
                    <a:pt x="1535" y="102945"/>
                  </a:lnTo>
                  <a:lnTo>
                    <a:pt x="1677" y="105736"/>
                  </a:lnTo>
                  <a:lnTo>
                    <a:pt x="1820" y="107906"/>
                  </a:lnTo>
                  <a:lnTo>
                    <a:pt x="1973" y="110387"/>
                  </a:lnTo>
                  <a:lnTo>
                    <a:pt x="2127" y="111937"/>
                  </a:lnTo>
                  <a:lnTo>
                    <a:pt x="2280" y="114108"/>
                  </a:lnTo>
                  <a:lnTo>
                    <a:pt x="2445" y="115348"/>
                  </a:lnTo>
                  <a:lnTo>
                    <a:pt x="2609" y="116589"/>
                  </a:lnTo>
                  <a:lnTo>
                    <a:pt x="2774" y="118139"/>
                  </a:lnTo>
                  <a:lnTo>
                    <a:pt x="2938" y="118759"/>
                  </a:lnTo>
                  <a:lnTo>
                    <a:pt x="3114" y="119379"/>
                  </a:lnTo>
                  <a:lnTo>
                    <a:pt x="3289" y="119689"/>
                  </a:lnTo>
                  <a:lnTo>
                    <a:pt x="3464" y="120000"/>
                  </a:lnTo>
                  <a:lnTo>
                    <a:pt x="116524" y="120000"/>
                  </a:lnTo>
                  <a:lnTo>
                    <a:pt x="116524" y="120000"/>
                  </a:lnTo>
                  <a:lnTo>
                    <a:pt x="116710" y="119689"/>
                  </a:lnTo>
                  <a:lnTo>
                    <a:pt x="116885" y="119379"/>
                  </a:lnTo>
                  <a:lnTo>
                    <a:pt x="117050" y="118759"/>
                  </a:lnTo>
                  <a:lnTo>
                    <a:pt x="117225" y="118139"/>
                  </a:lnTo>
                  <a:lnTo>
                    <a:pt x="117390" y="116589"/>
                  </a:lnTo>
                  <a:lnTo>
                    <a:pt x="117554" y="115348"/>
                  </a:lnTo>
                  <a:lnTo>
                    <a:pt x="117719" y="114108"/>
                  </a:lnTo>
                  <a:lnTo>
                    <a:pt x="117872" y="111937"/>
                  </a:lnTo>
                  <a:lnTo>
                    <a:pt x="118026" y="110387"/>
                  </a:lnTo>
                  <a:lnTo>
                    <a:pt x="118179" y="107906"/>
                  </a:lnTo>
                  <a:lnTo>
                    <a:pt x="118322" y="105736"/>
                  </a:lnTo>
                  <a:lnTo>
                    <a:pt x="118464" y="102945"/>
                  </a:lnTo>
                  <a:lnTo>
                    <a:pt x="118607" y="100465"/>
                  </a:lnTo>
                  <a:lnTo>
                    <a:pt x="118739" y="97364"/>
                  </a:lnTo>
                  <a:lnTo>
                    <a:pt x="118859" y="94263"/>
                  </a:lnTo>
                  <a:lnTo>
                    <a:pt x="118980" y="90852"/>
                  </a:lnTo>
                  <a:lnTo>
                    <a:pt x="119089" y="87751"/>
                  </a:lnTo>
                  <a:lnTo>
                    <a:pt x="119210" y="84031"/>
                  </a:lnTo>
                  <a:lnTo>
                    <a:pt x="119309" y="80310"/>
                  </a:lnTo>
                  <a:lnTo>
                    <a:pt x="119407" y="76589"/>
                  </a:lnTo>
                  <a:lnTo>
                    <a:pt x="119495" y="72558"/>
                  </a:lnTo>
                  <a:lnTo>
                    <a:pt x="119572" y="68527"/>
                  </a:lnTo>
                  <a:lnTo>
                    <a:pt x="119660" y="64186"/>
                  </a:lnTo>
                  <a:lnTo>
                    <a:pt x="119725" y="59844"/>
                  </a:lnTo>
                  <a:lnTo>
                    <a:pt x="119791" y="55193"/>
                  </a:lnTo>
                  <a:lnTo>
                    <a:pt x="119846" y="50852"/>
                  </a:lnTo>
                  <a:lnTo>
                    <a:pt x="119890" y="46201"/>
                  </a:lnTo>
                  <a:lnTo>
                    <a:pt x="119934" y="41550"/>
                  </a:lnTo>
                  <a:lnTo>
                    <a:pt x="119956" y="36589"/>
                  </a:lnTo>
                  <a:lnTo>
                    <a:pt x="119978" y="31627"/>
                  </a:lnTo>
                  <a:lnTo>
                    <a:pt x="119989" y="26666"/>
                  </a:lnTo>
                  <a:lnTo>
                    <a:pt x="120000" y="21705"/>
                  </a:lnTo>
                  <a:lnTo>
                    <a:pt x="120000" y="19534"/>
                  </a:lnTo>
                  <a:lnTo>
                    <a:pt x="120000" y="19534"/>
                  </a:lnTo>
                  <a:lnTo>
                    <a:pt x="119989" y="14573"/>
                  </a:lnTo>
                  <a:lnTo>
                    <a:pt x="119978" y="9612"/>
                  </a:lnTo>
                  <a:lnTo>
                    <a:pt x="119967" y="4961"/>
                  </a:lnTo>
                  <a:lnTo>
                    <a:pt x="119934" y="0"/>
                  </a:lnTo>
                  <a:lnTo>
                    <a:pt x="65" y="0"/>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sp>
          <p:nvSpPr>
            <p:cNvPr id="1268" name="Shape 1268"/>
            <p:cNvSpPr/>
            <p:nvPr/>
          </p:nvSpPr>
          <p:spPr>
            <a:xfrm>
              <a:off x="1687513" y="10825163"/>
              <a:ext cx="1908173" cy="263525"/>
            </a:xfrm>
            <a:custGeom>
              <a:avLst/>
              <a:gdLst/>
              <a:ahLst/>
              <a:cxnLst/>
              <a:rect l="0" t="0" r="0" b="0"/>
              <a:pathLst>
                <a:path w="120000" h="120000" extrusionOk="0">
                  <a:moveTo>
                    <a:pt x="119844" y="105449"/>
                  </a:moveTo>
                  <a:lnTo>
                    <a:pt x="112616" y="5356"/>
                  </a:lnTo>
                  <a:lnTo>
                    <a:pt x="112616" y="5356"/>
                  </a:lnTo>
                  <a:lnTo>
                    <a:pt x="112505" y="4157"/>
                  </a:lnTo>
                  <a:lnTo>
                    <a:pt x="112383" y="3117"/>
                  </a:lnTo>
                  <a:lnTo>
                    <a:pt x="112250" y="2158"/>
                  </a:lnTo>
                  <a:lnTo>
                    <a:pt x="112095" y="1359"/>
                  </a:lnTo>
                  <a:lnTo>
                    <a:pt x="111929" y="799"/>
                  </a:lnTo>
                  <a:lnTo>
                    <a:pt x="111751" y="319"/>
                  </a:lnTo>
                  <a:lnTo>
                    <a:pt x="111574" y="79"/>
                  </a:lnTo>
                  <a:lnTo>
                    <a:pt x="111385" y="0"/>
                  </a:lnTo>
                  <a:lnTo>
                    <a:pt x="8614" y="0"/>
                  </a:lnTo>
                  <a:lnTo>
                    <a:pt x="8614" y="0"/>
                  </a:lnTo>
                  <a:lnTo>
                    <a:pt x="8425" y="79"/>
                  </a:lnTo>
                  <a:lnTo>
                    <a:pt x="8237" y="319"/>
                  </a:lnTo>
                  <a:lnTo>
                    <a:pt x="8070" y="799"/>
                  </a:lnTo>
                  <a:lnTo>
                    <a:pt x="7904" y="1359"/>
                  </a:lnTo>
                  <a:lnTo>
                    <a:pt x="7749" y="2158"/>
                  </a:lnTo>
                  <a:lnTo>
                    <a:pt x="7605" y="3117"/>
                  </a:lnTo>
                  <a:lnTo>
                    <a:pt x="7483" y="4157"/>
                  </a:lnTo>
                  <a:lnTo>
                    <a:pt x="7383" y="5356"/>
                  </a:lnTo>
                  <a:lnTo>
                    <a:pt x="155" y="105449"/>
                  </a:lnTo>
                  <a:lnTo>
                    <a:pt x="155" y="105449"/>
                  </a:lnTo>
                  <a:lnTo>
                    <a:pt x="88" y="106728"/>
                  </a:lnTo>
                  <a:lnTo>
                    <a:pt x="22" y="108007"/>
                  </a:lnTo>
                  <a:lnTo>
                    <a:pt x="0" y="109287"/>
                  </a:lnTo>
                  <a:lnTo>
                    <a:pt x="0" y="110566"/>
                  </a:lnTo>
                  <a:lnTo>
                    <a:pt x="11" y="111765"/>
                  </a:lnTo>
                  <a:lnTo>
                    <a:pt x="66" y="112964"/>
                  </a:lnTo>
                  <a:lnTo>
                    <a:pt x="121" y="114163"/>
                  </a:lnTo>
                  <a:lnTo>
                    <a:pt x="210" y="115283"/>
                  </a:lnTo>
                  <a:lnTo>
                    <a:pt x="299" y="116242"/>
                  </a:lnTo>
                  <a:lnTo>
                    <a:pt x="410" y="117201"/>
                  </a:lnTo>
                  <a:lnTo>
                    <a:pt x="543" y="118081"/>
                  </a:lnTo>
                  <a:lnTo>
                    <a:pt x="687" y="118720"/>
                  </a:lnTo>
                  <a:lnTo>
                    <a:pt x="853" y="119280"/>
                  </a:lnTo>
                  <a:lnTo>
                    <a:pt x="1019" y="119680"/>
                  </a:lnTo>
                  <a:lnTo>
                    <a:pt x="1197" y="119920"/>
                  </a:lnTo>
                  <a:lnTo>
                    <a:pt x="1385" y="120000"/>
                  </a:lnTo>
                  <a:lnTo>
                    <a:pt x="118614" y="120000"/>
                  </a:lnTo>
                  <a:lnTo>
                    <a:pt x="118614" y="120000"/>
                  </a:lnTo>
                  <a:lnTo>
                    <a:pt x="118802" y="119920"/>
                  </a:lnTo>
                  <a:lnTo>
                    <a:pt x="118980" y="119680"/>
                  </a:lnTo>
                  <a:lnTo>
                    <a:pt x="119146" y="119280"/>
                  </a:lnTo>
                  <a:lnTo>
                    <a:pt x="119301" y="118720"/>
                  </a:lnTo>
                  <a:lnTo>
                    <a:pt x="119445" y="118081"/>
                  </a:lnTo>
                  <a:lnTo>
                    <a:pt x="119578" y="117201"/>
                  </a:lnTo>
                  <a:lnTo>
                    <a:pt x="119700" y="116242"/>
                  </a:lnTo>
                  <a:lnTo>
                    <a:pt x="119789" y="115283"/>
                  </a:lnTo>
                  <a:lnTo>
                    <a:pt x="119878" y="114163"/>
                  </a:lnTo>
                  <a:lnTo>
                    <a:pt x="119933" y="112964"/>
                  </a:lnTo>
                  <a:lnTo>
                    <a:pt x="119977" y="111765"/>
                  </a:lnTo>
                  <a:lnTo>
                    <a:pt x="120000" y="110566"/>
                  </a:lnTo>
                  <a:lnTo>
                    <a:pt x="120000" y="109287"/>
                  </a:lnTo>
                  <a:lnTo>
                    <a:pt x="119966" y="108007"/>
                  </a:lnTo>
                  <a:lnTo>
                    <a:pt x="119911" y="106728"/>
                  </a:lnTo>
                  <a:lnTo>
                    <a:pt x="119844" y="105449"/>
                  </a:lnTo>
                  <a:lnTo>
                    <a:pt x="119844" y="105449"/>
                  </a:lnTo>
                  <a:close/>
                  <a:moveTo>
                    <a:pt x="44922" y="110806"/>
                  </a:moveTo>
                  <a:lnTo>
                    <a:pt x="46241" y="86102"/>
                  </a:lnTo>
                  <a:lnTo>
                    <a:pt x="73747" y="86102"/>
                  </a:lnTo>
                  <a:lnTo>
                    <a:pt x="75077" y="110806"/>
                  </a:lnTo>
                  <a:lnTo>
                    <a:pt x="44922" y="110806"/>
                  </a:lnTo>
                  <a:close/>
                  <a:moveTo>
                    <a:pt x="9667" y="76828"/>
                  </a:moveTo>
                  <a:lnTo>
                    <a:pt x="13004" y="21665"/>
                  </a:lnTo>
                  <a:lnTo>
                    <a:pt x="106995" y="21665"/>
                  </a:lnTo>
                  <a:lnTo>
                    <a:pt x="110332" y="76828"/>
                  </a:lnTo>
                  <a:lnTo>
                    <a:pt x="9667" y="76828"/>
                  </a:lnTo>
                  <a:close/>
                </a:path>
              </a:pathLst>
            </a:custGeom>
            <a:solidFill>
              <a:srgbClr val="1C2B30"/>
            </a:solidFill>
            <a:ln w="9525" cap="flat" cmpd="sng">
              <a:solidFill>
                <a:srgbClr val="1C2B30"/>
              </a:solidFill>
              <a:prstDash val="solid"/>
              <a:round/>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grpSp>
      <p:cxnSp>
        <p:nvCxnSpPr>
          <p:cNvPr id="1269" name="Shape 1269"/>
          <p:cNvCxnSpPr/>
          <p:nvPr/>
        </p:nvCxnSpPr>
        <p:spPr>
          <a:xfrm>
            <a:off x="3242665" y="4706585"/>
            <a:ext cx="1645048" cy="0"/>
          </a:xfrm>
          <a:prstGeom prst="straightConnector1">
            <a:avLst/>
          </a:prstGeom>
          <a:noFill/>
          <a:ln w="12700" cap="flat" cmpd="sng">
            <a:solidFill>
              <a:srgbClr val="A5A5A5"/>
            </a:solidFill>
            <a:prstDash val="solid"/>
            <a:round/>
            <a:headEnd type="stealth" w="lg" len="lg"/>
            <a:tailEnd type="stealth" w="lg" len="lg"/>
          </a:ln>
        </p:spPr>
      </p:cxnSp>
      <p:pic>
        <p:nvPicPr>
          <p:cNvPr id="1270" name="Shape 1270"/>
          <p:cNvPicPr preferRelativeResize="0"/>
          <p:nvPr/>
        </p:nvPicPr>
        <p:blipFill rotWithShape="1">
          <a:blip r:embed="rId5">
            <a:alphaModFix/>
          </a:blip>
          <a:srcRect/>
          <a:stretch/>
        </p:blipFill>
        <p:spPr>
          <a:xfrm>
            <a:off x="3818017" y="4283022"/>
            <a:ext cx="388491" cy="430117"/>
          </a:xfrm>
          <a:prstGeom prst="rect">
            <a:avLst/>
          </a:prstGeom>
          <a:noFill/>
          <a:ln>
            <a:noFill/>
          </a:ln>
        </p:spPr>
      </p:pic>
      <p:sp>
        <p:nvSpPr>
          <p:cNvPr id="1271" name="Shape 1271"/>
          <p:cNvSpPr/>
          <p:nvPr/>
        </p:nvSpPr>
        <p:spPr>
          <a:xfrm rot="10800000">
            <a:off x="8140943" y="3485500"/>
            <a:ext cx="2629751" cy="1009565"/>
          </a:xfrm>
          <a:prstGeom prst="homePlate">
            <a:avLst>
              <a:gd name="adj" fmla="val 39387"/>
            </a:avLst>
          </a:prstGeom>
          <a:solidFill>
            <a:srgbClr val="FFFFFF"/>
          </a:solidFill>
          <a:ln w="9525" cap="flat" cmpd="sng">
            <a:solidFill>
              <a:srgbClr val="D9D9D9"/>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1272" name="Shape 1272"/>
          <p:cNvSpPr/>
          <p:nvPr/>
        </p:nvSpPr>
        <p:spPr>
          <a:xfrm rot="10800000">
            <a:off x="8159617" y="5329638"/>
            <a:ext cx="2611072" cy="1009565"/>
          </a:xfrm>
          <a:prstGeom prst="homePlate">
            <a:avLst>
              <a:gd name="adj" fmla="val 39387"/>
            </a:avLst>
          </a:prstGeom>
          <a:solidFill>
            <a:srgbClr val="FFFFFF"/>
          </a:solidFill>
          <a:ln w="9525" cap="flat" cmpd="sng">
            <a:solidFill>
              <a:srgbClr val="D9D9D9"/>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1273" name="Shape 1273"/>
          <p:cNvSpPr/>
          <p:nvPr/>
        </p:nvSpPr>
        <p:spPr>
          <a:xfrm>
            <a:off x="9427767" y="4600022"/>
            <a:ext cx="423707" cy="643996"/>
          </a:xfrm>
          <a:prstGeom prst="upDownArrow">
            <a:avLst>
              <a:gd name="adj1" fmla="val 52017"/>
              <a:gd name="adj2" fmla="val 44001"/>
            </a:avLst>
          </a:prstGeom>
          <a:solidFill>
            <a:srgbClr val="D8D8D8"/>
          </a:solidFill>
          <a:ln w="9525" cap="flat" cmpd="sng">
            <a:solidFill>
              <a:srgbClr val="D8D8D8"/>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1274" name="Shape 1274"/>
          <p:cNvPicPr preferRelativeResize="0"/>
          <p:nvPr/>
        </p:nvPicPr>
        <p:blipFill rotWithShape="1">
          <a:blip r:embed="rId6">
            <a:alphaModFix/>
          </a:blip>
          <a:srcRect/>
          <a:stretch/>
        </p:blipFill>
        <p:spPr>
          <a:xfrm>
            <a:off x="7865908" y="5564435"/>
            <a:ext cx="575273" cy="477645"/>
          </a:xfrm>
          <a:prstGeom prst="rect">
            <a:avLst/>
          </a:prstGeom>
          <a:noFill/>
          <a:ln>
            <a:noFill/>
          </a:ln>
        </p:spPr>
      </p:pic>
      <p:grpSp>
        <p:nvGrpSpPr>
          <p:cNvPr id="1275" name="Shape 1275"/>
          <p:cNvGrpSpPr/>
          <p:nvPr/>
        </p:nvGrpSpPr>
        <p:grpSpPr>
          <a:xfrm>
            <a:off x="7815312" y="3778599"/>
            <a:ext cx="708553" cy="466789"/>
            <a:chOff x="5419407" y="2204100"/>
            <a:chExt cx="577986" cy="317523"/>
          </a:xfrm>
        </p:grpSpPr>
        <p:sp>
          <p:nvSpPr>
            <p:cNvPr id="1276" name="Shape 1276"/>
            <p:cNvSpPr/>
            <p:nvPr/>
          </p:nvSpPr>
          <p:spPr>
            <a:xfrm>
              <a:off x="5425901" y="2240448"/>
              <a:ext cx="548309" cy="273309"/>
            </a:xfrm>
            <a:prstGeom prst="ellipse">
              <a:avLst/>
            </a:prstGeom>
            <a:solidFill>
              <a:schemeClr val="lt1"/>
            </a:solidFill>
            <a:ln w="9525" cap="flat" cmpd="sng">
              <a:solidFill>
                <a:schemeClr val="lt1"/>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1277" name="Shape 1277"/>
            <p:cNvSpPr/>
            <p:nvPr/>
          </p:nvSpPr>
          <p:spPr>
            <a:xfrm>
              <a:off x="5419407" y="2204100"/>
              <a:ext cx="577986" cy="317523"/>
            </a:xfrm>
            <a:custGeom>
              <a:avLst/>
              <a:gdLst/>
              <a:ahLst/>
              <a:cxnLst/>
              <a:rect l="0" t="0" r="0" b="0"/>
              <a:pathLst>
                <a:path w="120000" h="120000" extrusionOk="0">
                  <a:moveTo>
                    <a:pt x="67475" y="120000"/>
                  </a:moveTo>
                  <a:lnTo>
                    <a:pt x="67475" y="120000"/>
                  </a:lnTo>
                  <a:lnTo>
                    <a:pt x="64875" y="119797"/>
                  </a:lnTo>
                  <a:lnTo>
                    <a:pt x="62405" y="119189"/>
                  </a:lnTo>
                  <a:lnTo>
                    <a:pt x="60065" y="118378"/>
                  </a:lnTo>
                  <a:lnTo>
                    <a:pt x="57984" y="117364"/>
                  </a:lnTo>
                  <a:lnTo>
                    <a:pt x="56034" y="116148"/>
                  </a:lnTo>
                  <a:lnTo>
                    <a:pt x="54344" y="114932"/>
                  </a:lnTo>
                  <a:lnTo>
                    <a:pt x="51614" y="112500"/>
                  </a:lnTo>
                  <a:lnTo>
                    <a:pt x="51614" y="112500"/>
                  </a:lnTo>
                  <a:lnTo>
                    <a:pt x="50314" y="113716"/>
                  </a:lnTo>
                  <a:lnTo>
                    <a:pt x="49144" y="114932"/>
                  </a:lnTo>
                  <a:lnTo>
                    <a:pt x="47713" y="115945"/>
                  </a:lnTo>
                  <a:lnTo>
                    <a:pt x="46413" y="116554"/>
                  </a:lnTo>
                  <a:lnTo>
                    <a:pt x="44983" y="117364"/>
                  </a:lnTo>
                  <a:lnTo>
                    <a:pt x="43423" y="117770"/>
                  </a:lnTo>
                  <a:lnTo>
                    <a:pt x="41993" y="118175"/>
                  </a:lnTo>
                  <a:lnTo>
                    <a:pt x="40563" y="118378"/>
                  </a:lnTo>
                  <a:lnTo>
                    <a:pt x="40563" y="118378"/>
                  </a:lnTo>
                  <a:lnTo>
                    <a:pt x="38873" y="118175"/>
                  </a:lnTo>
                  <a:lnTo>
                    <a:pt x="37183" y="117770"/>
                  </a:lnTo>
                  <a:lnTo>
                    <a:pt x="35622" y="117364"/>
                  </a:lnTo>
                  <a:lnTo>
                    <a:pt x="34062" y="116351"/>
                  </a:lnTo>
                  <a:lnTo>
                    <a:pt x="32502" y="115540"/>
                  </a:lnTo>
                  <a:lnTo>
                    <a:pt x="31072" y="114324"/>
                  </a:lnTo>
                  <a:lnTo>
                    <a:pt x="29772" y="113108"/>
                  </a:lnTo>
                  <a:lnTo>
                    <a:pt x="28472" y="111283"/>
                  </a:lnTo>
                  <a:lnTo>
                    <a:pt x="28472" y="111283"/>
                  </a:lnTo>
                  <a:lnTo>
                    <a:pt x="26002" y="112094"/>
                  </a:lnTo>
                  <a:lnTo>
                    <a:pt x="23661" y="112094"/>
                  </a:lnTo>
                  <a:lnTo>
                    <a:pt x="23661" y="112094"/>
                  </a:lnTo>
                  <a:lnTo>
                    <a:pt x="21321" y="112094"/>
                  </a:lnTo>
                  <a:lnTo>
                    <a:pt x="18981" y="111283"/>
                  </a:lnTo>
                  <a:lnTo>
                    <a:pt x="16641" y="110472"/>
                  </a:lnTo>
                  <a:lnTo>
                    <a:pt x="14431" y="109256"/>
                  </a:lnTo>
                  <a:lnTo>
                    <a:pt x="12351" y="107837"/>
                  </a:lnTo>
                  <a:lnTo>
                    <a:pt x="10530" y="105810"/>
                  </a:lnTo>
                  <a:lnTo>
                    <a:pt x="8580" y="103581"/>
                  </a:lnTo>
                  <a:lnTo>
                    <a:pt x="6890" y="101351"/>
                  </a:lnTo>
                  <a:lnTo>
                    <a:pt x="5330" y="98716"/>
                  </a:lnTo>
                  <a:lnTo>
                    <a:pt x="4030" y="95675"/>
                  </a:lnTo>
                  <a:lnTo>
                    <a:pt x="2990" y="92837"/>
                  </a:lnTo>
                  <a:lnTo>
                    <a:pt x="1820" y="89594"/>
                  </a:lnTo>
                  <a:lnTo>
                    <a:pt x="1040" y="86148"/>
                  </a:lnTo>
                  <a:lnTo>
                    <a:pt x="520" y="82500"/>
                  </a:lnTo>
                  <a:lnTo>
                    <a:pt x="130" y="79054"/>
                  </a:lnTo>
                  <a:lnTo>
                    <a:pt x="0" y="75405"/>
                  </a:lnTo>
                  <a:lnTo>
                    <a:pt x="0" y="75405"/>
                  </a:lnTo>
                  <a:lnTo>
                    <a:pt x="0" y="72162"/>
                  </a:lnTo>
                  <a:lnTo>
                    <a:pt x="260" y="69527"/>
                  </a:lnTo>
                  <a:lnTo>
                    <a:pt x="650" y="66689"/>
                  </a:lnTo>
                  <a:lnTo>
                    <a:pt x="1040" y="64054"/>
                  </a:lnTo>
                  <a:lnTo>
                    <a:pt x="1690" y="61418"/>
                  </a:lnTo>
                  <a:lnTo>
                    <a:pt x="2470" y="58783"/>
                  </a:lnTo>
                  <a:lnTo>
                    <a:pt x="3380" y="56351"/>
                  </a:lnTo>
                  <a:lnTo>
                    <a:pt x="4290" y="53918"/>
                  </a:lnTo>
                  <a:lnTo>
                    <a:pt x="5330" y="51891"/>
                  </a:lnTo>
                  <a:lnTo>
                    <a:pt x="6630" y="49662"/>
                  </a:lnTo>
                  <a:lnTo>
                    <a:pt x="7800" y="47837"/>
                  </a:lnTo>
                  <a:lnTo>
                    <a:pt x="9230" y="45810"/>
                  </a:lnTo>
                  <a:lnTo>
                    <a:pt x="10790" y="44391"/>
                  </a:lnTo>
                  <a:lnTo>
                    <a:pt x="12351" y="42972"/>
                  </a:lnTo>
                  <a:lnTo>
                    <a:pt x="14041" y="41554"/>
                  </a:lnTo>
                  <a:lnTo>
                    <a:pt x="15731" y="40540"/>
                  </a:lnTo>
                  <a:lnTo>
                    <a:pt x="15731" y="40540"/>
                  </a:lnTo>
                  <a:lnTo>
                    <a:pt x="16381" y="38108"/>
                  </a:lnTo>
                  <a:lnTo>
                    <a:pt x="17161" y="35675"/>
                  </a:lnTo>
                  <a:lnTo>
                    <a:pt x="18071" y="33445"/>
                  </a:lnTo>
                  <a:lnTo>
                    <a:pt x="18981" y="31418"/>
                  </a:lnTo>
                  <a:lnTo>
                    <a:pt x="20021" y="29189"/>
                  </a:lnTo>
                  <a:lnTo>
                    <a:pt x="21061" y="27567"/>
                  </a:lnTo>
                  <a:lnTo>
                    <a:pt x="22361" y="25743"/>
                  </a:lnTo>
                  <a:lnTo>
                    <a:pt x="23661" y="24324"/>
                  </a:lnTo>
                  <a:lnTo>
                    <a:pt x="25092" y="22702"/>
                  </a:lnTo>
                  <a:lnTo>
                    <a:pt x="26652" y="21689"/>
                  </a:lnTo>
                  <a:lnTo>
                    <a:pt x="28082" y="20472"/>
                  </a:lnTo>
                  <a:lnTo>
                    <a:pt x="29772" y="19662"/>
                  </a:lnTo>
                  <a:lnTo>
                    <a:pt x="31332" y="19054"/>
                  </a:lnTo>
                  <a:lnTo>
                    <a:pt x="33022" y="18445"/>
                  </a:lnTo>
                  <a:lnTo>
                    <a:pt x="34712" y="18040"/>
                  </a:lnTo>
                  <a:lnTo>
                    <a:pt x="36403" y="18040"/>
                  </a:lnTo>
                  <a:lnTo>
                    <a:pt x="36403" y="18040"/>
                  </a:lnTo>
                  <a:lnTo>
                    <a:pt x="38093" y="18040"/>
                  </a:lnTo>
                  <a:lnTo>
                    <a:pt x="39913" y="18445"/>
                  </a:lnTo>
                  <a:lnTo>
                    <a:pt x="39913" y="18445"/>
                  </a:lnTo>
                  <a:lnTo>
                    <a:pt x="40823" y="16418"/>
                  </a:lnTo>
                  <a:lnTo>
                    <a:pt x="41863" y="14391"/>
                  </a:lnTo>
                  <a:lnTo>
                    <a:pt x="43033" y="12567"/>
                  </a:lnTo>
                  <a:lnTo>
                    <a:pt x="44203" y="10743"/>
                  </a:lnTo>
                  <a:lnTo>
                    <a:pt x="45503" y="9121"/>
                  </a:lnTo>
                  <a:lnTo>
                    <a:pt x="46803" y="7702"/>
                  </a:lnTo>
                  <a:lnTo>
                    <a:pt x="48234" y="6283"/>
                  </a:lnTo>
                  <a:lnTo>
                    <a:pt x="49664" y="5067"/>
                  </a:lnTo>
                  <a:lnTo>
                    <a:pt x="50964" y="3851"/>
                  </a:lnTo>
                  <a:lnTo>
                    <a:pt x="52524" y="2837"/>
                  </a:lnTo>
                  <a:lnTo>
                    <a:pt x="54084" y="2229"/>
                  </a:lnTo>
                  <a:lnTo>
                    <a:pt x="55644" y="1418"/>
                  </a:lnTo>
                  <a:lnTo>
                    <a:pt x="57334" y="810"/>
                  </a:lnTo>
                  <a:lnTo>
                    <a:pt x="58894" y="405"/>
                  </a:lnTo>
                  <a:lnTo>
                    <a:pt x="60585" y="202"/>
                  </a:lnTo>
                  <a:lnTo>
                    <a:pt x="62275" y="0"/>
                  </a:lnTo>
                  <a:lnTo>
                    <a:pt x="62275" y="0"/>
                  </a:lnTo>
                  <a:lnTo>
                    <a:pt x="64485" y="202"/>
                  </a:lnTo>
                  <a:lnTo>
                    <a:pt x="66825" y="810"/>
                  </a:lnTo>
                  <a:lnTo>
                    <a:pt x="69035" y="1418"/>
                  </a:lnTo>
                  <a:lnTo>
                    <a:pt x="71115" y="2432"/>
                  </a:lnTo>
                  <a:lnTo>
                    <a:pt x="73326" y="3851"/>
                  </a:lnTo>
                  <a:lnTo>
                    <a:pt x="75276" y="5270"/>
                  </a:lnTo>
                  <a:lnTo>
                    <a:pt x="77226" y="7297"/>
                  </a:lnTo>
                  <a:lnTo>
                    <a:pt x="79046" y="9121"/>
                  </a:lnTo>
                  <a:lnTo>
                    <a:pt x="80736" y="11351"/>
                  </a:lnTo>
                  <a:lnTo>
                    <a:pt x="82296" y="13986"/>
                  </a:lnTo>
                  <a:lnTo>
                    <a:pt x="83596" y="16621"/>
                  </a:lnTo>
                  <a:lnTo>
                    <a:pt x="85027" y="19459"/>
                  </a:lnTo>
                  <a:lnTo>
                    <a:pt x="86067" y="22297"/>
                  </a:lnTo>
                  <a:lnTo>
                    <a:pt x="86977" y="25540"/>
                  </a:lnTo>
                  <a:lnTo>
                    <a:pt x="88017" y="28783"/>
                  </a:lnTo>
                  <a:lnTo>
                    <a:pt x="88537" y="32432"/>
                  </a:lnTo>
                  <a:lnTo>
                    <a:pt x="88537" y="32432"/>
                  </a:lnTo>
                  <a:lnTo>
                    <a:pt x="90227" y="32635"/>
                  </a:lnTo>
                  <a:lnTo>
                    <a:pt x="91917" y="33040"/>
                  </a:lnTo>
                  <a:lnTo>
                    <a:pt x="93607" y="34054"/>
                  </a:lnTo>
                  <a:lnTo>
                    <a:pt x="95167" y="35067"/>
                  </a:lnTo>
                  <a:lnTo>
                    <a:pt x="96728" y="36081"/>
                  </a:lnTo>
                  <a:lnTo>
                    <a:pt x="98288" y="37500"/>
                  </a:lnTo>
                  <a:lnTo>
                    <a:pt x="99718" y="38918"/>
                  </a:lnTo>
                  <a:lnTo>
                    <a:pt x="101018" y="40540"/>
                  </a:lnTo>
                  <a:lnTo>
                    <a:pt x="102318" y="42162"/>
                  </a:lnTo>
                  <a:lnTo>
                    <a:pt x="103358" y="44189"/>
                  </a:lnTo>
                  <a:lnTo>
                    <a:pt x="104398" y="46418"/>
                  </a:lnTo>
                  <a:lnTo>
                    <a:pt x="105568" y="48445"/>
                  </a:lnTo>
                  <a:lnTo>
                    <a:pt x="106348" y="50878"/>
                  </a:lnTo>
                  <a:lnTo>
                    <a:pt x="106998" y="53310"/>
                  </a:lnTo>
                  <a:lnTo>
                    <a:pt x="107648" y="55945"/>
                  </a:lnTo>
                  <a:lnTo>
                    <a:pt x="108169" y="58581"/>
                  </a:lnTo>
                  <a:lnTo>
                    <a:pt x="108169" y="58581"/>
                  </a:lnTo>
                  <a:lnTo>
                    <a:pt x="109339" y="58986"/>
                  </a:lnTo>
                  <a:lnTo>
                    <a:pt x="110639" y="60000"/>
                  </a:lnTo>
                  <a:lnTo>
                    <a:pt x="111809" y="60810"/>
                  </a:lnTo>
                  <a:lnTo>
                    <a:pt x="112849" y="61824"/>
                  </a:lnTo>
                  <a:lnTo>
                    <a:pt x="114019" y="63040"/>
                  </a:lnTo>
                  <a:lnTo>
                    <a:pt x="114929" y="64459"/>
                  </a:lnTo>
                  <a:lnTo>
                    <a:pt x="115839" y="66081"/>
                  </a:lnTo>
                  <a:lnTo>
                    <a:pt x="116749" y="67500"/>
                  </a:lnTo>
                  <a:lnTo>
                    <a:pt x="117399" y="69121"/>
                  </a:lnTo>
                  <a:lnTo>
                    <a:pt x="118179" y="70743"/>
                  </a:lnTo>
                  <a:lnTo>
                    <a:pt x="118569" y="72770"/>
                  </a:lnTo>
                  <a:lnTo>
                    <a:pt x="119089" y="74594"/>
                  </a:lnTo>
                  <a:lnTo>
                    <a:pt x="119479" y="76621"/>
                  </a:lnTo>
                  <a:lnTo>
                    <a:pt x="119869" y="78648"/>
                  </a:lnTo>
                  <a:lnTo>
                    <a:pt x="120000" y="80675"/>
                  </a:lnTo>
                  <a:lnTo>
                    <a:pt x="120000" y="82702"/>
                  </a:lnTo>
                  <a:lnTo>
                    <a:pt x="120000" y="82702"/>
                  </a:lnTo>
                  <a:lnTo>
                    <a:pt x="120000" y="85540"/>
                  </a:lnTo>
                  <a:lnTo>
                    <a:pt x="119739" y="87770"/>
                  </a:lnTo>
                  <a:lnTo>
                    <a:pt x="119349" y="90000"/>
                  </a:lnTo>
                  <a:lnTo>
                    <a:pt x="118959" y="92432"/>
                  </a:lnTo>
                  <a:lnTo>
                    <a:pt x="118309" y="94459"/>
                  </a:lnTo>
                  <a:lnTo>
                    <a:pt x="117529" y="96486"/>
                  </a:lnTo>
                  <a:lnTo>
                    <a:pt x="116619" y="98310"/>
                  </a:lnTo>
                  <a:lnTo>
                    <a:pt x="115709" y="100337"/>
                  </a:lnTo>
                  <a:lnTo>
                    <a:pt x="114669" y="101959"/>
                  </a:lnTo>
                  <a:lnTo>
                    <a:pt x="113499" y="103378"/>
                  </a:lnTo>
                  <a:lnTo>
                    <a:pt x="112329" y="104594"/>
                  </a:lnTo>
                  <a:lnTo>
                    <a:pt x="110899" y="105810"/>
                  </a:lnTo>
                  <a:lnTo>
                    <a:pt x="109469" y="106824"/>
                  </a:lnTo>
                  <a:lnTo>
                    <a:pt x="108169" y="107432"/>
                  </a:lnTo>
                  <a:lnTo>
                    <a:pt x="106608" y="108040"/>
                  </a:lnTo>
                  <a:lnTo>
                    <a:pt x="105048" y="108243"/>
                  </a:lnTo>
                  <a:lnTo>
                    <a:pt x="105048" y="108243"/>
                  </a:lnTo>
                  <a:lnTo>
                    <a:pt x="86067" y="108243"/>
                  </a:lnTo>
                  <a:lnTo>
                    <a:pt x="86067" y="108243"/>
                  </a:lnTo>
                  <a:lnTo>
                    <a:pt x="83986" y="111081"/>
                  </a:lnTo>
                  <a:lnTo>
                    <a:pt x="81776" y="113513"/>
                  </a:lnTo>
                  <a:lnTo>
                    <a:pt x="79436" y="115540"/>
                  </a:lnTo>
                  <a:lnTo>
                    <a:pt x="77226" y="117162"/>
                  </a:lnTo>
                  <a:lnTo>
                    <a:pt x="74886" y="118378"/>
                  </a:lnTo>
                  <a:lnTo>
                    <a:pt x="72416" y="119189"/>
                  </a:lnTo>
                  <a:lnTo>
                    <a:pt x="69945" y="119797"/>
                  </a:lnTo>
                  <a:lnTo>
                    <a:pt x="67475" y="120000"/>
                  </a:lnTo>
                  <a:lnTo>
                    <a:pt x="67475" y="120000"/>
                  </a:lnTo>
                  <a:close/>
                  <a:moveTo>
                    <a:pt x="51484" y="101756"/>
                  </a:moveTo>
                  <a:lnTo>
                    <a:pt x="53174" y="104189"/>
                  </a:lnTo>
                  <a:lnTo>
                    <a:pt x="53174" y="104189"/>
                  </a:lnTo>
                  <a:lnTo>
                    <a:pt x="54344" y="105608"/>
                  </a:lnTo>
                  <a:lnTo>
                    <a:pt x="55904" y="106824"/>
                  </a:lnTo>
                  <a:lnTo>
                    <a:pt x="57464" y="108243"/>
                  </a:lnTo>
                  <a:lnTo>
                    <a:pt x="59154" y="109459"/>
                  </a:lnTo>
                  <a:lnTo>
                    <a:pt x="61105" y="110472"/>
                  </a:lnTo>
                  <a:lnTo>
                    <a:pt x="63185" y="111081"/>
                  </a:lnTo>
                  <a:lnTo>
                    <a:pt x="65265" y="111689"/>
                  </a:lnTo>
                  <a:lnTo>
                    <a:pt x="67475" y="111891"/>
                  </a:lnTo>
                  <a:lnTo>
                    <a:pt x="67475" y="111891"/>
                  </a:lnTo>
                  <a:lnTo>
                    <a:pt x="69425" y="111689"/>
                  </a:lnTo>
                  <a:lnTo>
                    <a:pt x="71635" y="111081"/>
                  </a:lnTo>
                  <a:lnTo>
                    <a:pt x="73586" y="110472"/>
                  </a:lnTo>
                  <a:lnTo>
                    <a:pt x="75666" y="109256"/>
                  </a:lnTo>
                  <a:lnTo>
                    <a:pt x="77616" y="107837"/>
                  </a:lnTo>
                  <a:lnTo>
                    <a:pt x="79696" y="105810"/>
                  </a:lnTo>
                  <a:lnTo>
                    <a:pt x="81516" y="103581"/>
                  </a:lnTo>
                  <a:lnTo>
                    <a:pt x="83336" y="101351"/>
                  </a:lnTo>
                  <a:lnTo>
                    <a:pt x="84117" y="100135"/>
                  </a:lnTo>
                  <a:lnTo>
                    <a:pt x="104788" y="100135"/>
                  </a:lnTo>
                  <a:lnTo>
                    <a:pt x="104788" y="100135"/>
                  </a:lnTo>
                  <a:lnTo>
                    <a:pt x="105828" y="100135"/>
                  </a:lnTo>
                  <a:lnTo>
                    <a:pt x="106868" y="99527"/>
                  </a:lnTo>
                  <a:lnTo>
                    <a:pt x="107778" y="99121"/>
                  </a:lnTo>
                  <a:lnTo>
                    <a:pt x="108819" y="98310"/>
                  </a:lnTo>
                  <a:lnTo>
                    <a:pt x="109729" y="97702"/>
                  </a:lnTo>
                  <a:lnTo>
                    <a:pt x="110509" y="96689"/>
                  </a:lnTo>
                  <a:lnTo>
                    <a:pt x="111809" y="94459"/>
                  </a:lnTo>
                  <a:lnTo>
                    <a:pt x="113109" y="92229"/>
                  </a:lnTo>
                  <a:lnTo>
                    <a:pt x="113499" y="90810"/>
                  </a:lnTo>
                  <a:lnTo>
                    <a:pt x="114019" y="89189"/>
                  </a:lnTo>
                  <a:lnTo>
                    <a:pt x="114279" y="87770"/>
                  </a:lnTo>
                  <a:lnTo>
                    <a:pt x="114669" y="86148"/>
                  </a:lnTo>
                  <a:lnTo>
                    <a:pt x="114799" y="84527"/>
                  </a:lnTo>
                  <a:lnTo>
                    <a:pt x="114799" y="82702"/>
                  </a:lnTo>
                  <a:lnTo>
                    <a:pt x="114799" y="82702"/>
                  </a:lnTo>
                  <a:lnTo>
                    <a:pt x="114669" y="79662"/>
                  </a:lnTo>
                  <a:lnTo>
                    <a:pt x="114149" y="76824"/>
                  </a:lnTo>
                  <a:lnTo>
                    <a:pt x="113239" y="74189"/>
                  </a:lnTo>
                  <a:lnTo>
                    <a:pt x="112199" y="71756"/>
                  </a:lnTo>
                  <a:lnTo>
                    <a:pt x="110769" y="69527"/>
                  </a:lnTo>
                  <a:lnTo>
                    <a:pt x="109209" y="67905"/>
                  </a:lnTo>
                  <a:lnTo>
                    <a:pt x="107388" y="66689"/>
                  </a:lnTo>
                  <a:lnTo>
                    <a:pt x="105568" y="66081"/>
                  </a:lnTo>
                  <a:lnTo>
                    <a:pt x="103488" y="65472"/>
                  </a:lnTo>
                  <a:lnTo>
                    <a:pt x="103358" y="62432"/>
                  </a:lnTo>
                  <a:lnTo>
                    <a:pt x="103358" y="62432"/>
                  </a:lnTo>
                  <a:lnTo>
                    <a:pt x="103098" y="60202"/>
                  </a:lnTo>
                  <a:lnTo>
                    <a:pt x="102578" y="57770"/>
                  </a:lnTo>
                  <a:lnTo>
                    <a:pt x="101928" y="55743"/>
                  </a:lnTo>
                  <a:lnTo>
                    <a:pt x="101408" y="53716"/>
                  </a:lnTo>
                  <a:lnTo>
                    <a:pt x="100628" y="51891"/>
                  </a:lnTo>
                  <a:lnTo>
                    <a:pt x="99718" y="49864"/>
                  </a:lnTo>
                  <a:lnTo>
                    <a:pt x="98678" y="48243"/>
                  </a:lnTo>
                  <a:lnTo>
                    <a:pt x="97638" y="46824"/>
                  </a:lnTo>
                  <a:lnTo>
                    <a:pt x="96468" y="45405"/>
                  </a:lnTo>
                  <a:lnTo>
                    <a:pt x="95167" y="43986"/>
                  </a:lnTo>
                  <a:lnTo>
                    <a:pt x="93997" y="42972"/>
                  </a:lnTo>
                  <a:lnTo>
                    <a:pt x="92567" y="41959"/>
                  </a:lnTo>
                  <a:lnTo>
                    <a:pt x="91137" y="41351"/>
                  </a:lnTo>
                  <a:lnTo>
                    <a:pt x="89837" y="40743"/>
                  </a:lnTo>
                  <a:lnTo>
                    <a:pt x="88277" y="40540"/>
                  </a:lnTo>
                  <a:lnTo>
                    <a:pt x="86717" y="40337"/>
                  </a:lnTo>
                  <a:lnTo>
                    <a:pt x="84117" y="40337"/>
                  </a:lnTo>
                  <a:lnTo>
                    <a:pt x="83856" y="36891"/>
                  </a:lnTo>
                  <a:lnTo>
                    <a:pt x="83856" y="36891"/>
                  </a:lnTo>
                  <a:lnTo>
                    <a:pt x="83336" y="33851"/>
                  </a:lnTo>
                  <a:lnTo>
                    <a:pt x="82816" y="31013"/>
                  </a:lnTo>
                  <a:lnTo>
                    <a:pt x="82166" y="28175"/>
                  </a:lnTo>
                  <a:lnTo>
                    <a:pt x="81126" y="25540"/>
                  </a:lnTo>
                  <a:lnTo>
                    <a:pt x="80216" y="23108"/>
                  </a:lnTo>
                  <a:lnTo>
                    <a:pt x="79046" y="20675"/>
                  </a:lnTo>
                  <a:lnTo>
                    <a:pt x="77746" y="18445"/>
                  </a:lnTo>
                  <a:lnTo>
                    <a:pt x="76446" y="16418"/>
                  </a:lnTo>
                  <a:lnTo>
                    <a:pt x="74886" y="14594"/>
                  </a:lnTo>
                  <a:lnTo>
                    <a:pt x="73326" y="12972"/>
                  </a:lnTo>
                  <a:lnTo>
                    <a:pt x="71635" y="11554"/>
                  </a:lnTo>
                  <a:lnTo>
                    <a:pt x="69945" y="10337"/>
                  </a:lnTo>
                  <a:lnTo>
                    <a:pt x="68125" y="9527"/>
                  </a:lnTo>
                  <a:lnTo>
                    <a:pt x="66045" y="8918"/>
                  </a:lnTo>
                  <a:lnTo>
                    <a:pt x="64225" y="8310"/>
                  </a:lnTo>
                  <a:lnTo>
                    <a:pt x="62275" y="8108"/>
                  </a:lnTo>
                  <a:lnTo>
                    <a:pt x="62275" y="8108"/>
                  </a:lnTo>
                  <a:lnTo>
                    <a:pt x="60715" y="8310"/>
                  </a:lnTo>
                  <a:lnTo>
                    <a:pt x="59284" y="8716"/>
                  </a:lnTo>
                  <a:lnTo>
                    <a:pt x="57984" y="8918"/>
                  </a:lnTo>
                  <a:lnTo>
                    <a:pt x="56554" y="9324"/>
                  </a:lnTo>
                  <a:lnTo>
                    <a:pt x="53954" y="10743"/>
                  </a:lnTo>
                  <a:lnTo>
                    <a:pt x="51354" y="12770"/>
                  </a:lnTo>
                  <a:lnTo>
                    <a:pt x="49014" y="15202"/>
                  </a:lnTo>
                  <a:lnTo>
                    <a:pt x="46803" y="18040"/>
                  </a:lnTo>
                  <a:lnTo>
                    <a:pt x="45893" y="19662"/>
                  </a:lnTo>
                  <a:lnTo>
                    <a:pt x="44983" y="21283"/>
                  </a:lnTo>
                  <a:lnTo>
                    <a:pt x="44073" y="23108"/>
                  </a:lnTo>
                  <a:lnTo>
                    <a:pt x="43293" y="24932"/>
                  </a:lnTo>
                  <a:lnTo>
                    <a:pt x="42383" y="27567"/>
                  </a:lnTo>
                  <a:lnTo>
                    <a:pt x="40303" y="26959"/>
                  </a:lnTo>
                  <a:lnTo>
                    <a:pt x="40303" y="26959"/>
                  </a:lnTo>
                  <a:lnTo>
                    <a:pt x="38353" y="26351"/>
                  </a:lnTo>
                  <a:lnTo>
                    <a:pt x="36403" y="26148"/>
                  </a:lnTo>
                  <a:lnTo>
                    <a:pt x="36403" y="26148"/>
                  </a:lnTo>
                  <a:lnTo>
                    <a:pt x="34972" y="26148"/>
                  </a:lnTo>
                  <a:lnTo>
                    <a:pt x="33542" y="26351"/>
                  </a:lnTo>
                  <a:lnTo>
                    <a:pt x="32372" y="26959"/>
                  </a:lnTo>
                  <a:lnTo>
                    <a:pt x="30942" y="27567"/>
                  </a:lnTo>
                  <a:lnTo>
                    <a:pt x="29772" y="28378"/>
                  </a:lnTo>
                  <a:lnTo>
                    <a:pt x="28472" y="29189"/>
                  </a:lnTo>
                  <a:lnTo>
                    <a:pt x="27432" y="30202"/>
                  </a:lnTo>
                  <a:lnTo>
                    <a:pt x="26392" y="31418"/>
                  </a:lnTo>
                  <a:lnTo>
                    <a:pt x="25222" y="32635"/>
                  </a:lnTo>
                  <a:lnTo>
                    <a:pt x="24312" y="34054"/>
                  </a:lnTo>
                  <a:lnTo>
                    <a:pt x="23401" y="35675"/>
                  </a:lnTo>
                  <a:lnTo>
                    <a:pt x="22621" y="37297"/>
                  </a:lnTo>
                  <a:lnTo>
                    <a:pt x="21841" y="39121"/>
                  </a:lnTo>
                  <a:lnTo>
                    <a:pt x="21321" y="40743"/>
                  </a:lnTo>
                  <a:lnTo>
                    <a:pt x="20671" y="42972"/>
                  </a:lnTo>
                  <a:lnTo>
                    <a:pt x="20281" y="44797"/>
                  </a:lnTo>
                  <a:lnTo>
                    <a:pt x="19891" y="47027"/>
                  </a:lnTo>
                  <a:lnTo>
                    <a:pt x="18461" y="47837"/>
                  </a:lnTo>
                  <a:lnTo>
                    <a:pt x="18461" y="47837"/>
                  </a:lnTo>
                  <a:lnTo>
                    <a:pt x="17161" y="48445"/>
                  </a:lnTo>
                  <a:lnTo>
                    <a:pt x="15731" y="49459"/>
                  </a:lnTo>
                  <a:lnTo>
                    <a:pt x="14301" y="50472"/>
                  </a:lnTo>
                  <a:lnTo>
                    <a:pt x="13131" y="51689"/>
                  </a:lnTo>
                  <a:lnTo>
                    <a:pt x="11960" y="53108"/>
                  </a:lnTo>
                  <a:lnTo>
                    <a:pt x="10790" y="54729"/>
                  </a:lnTo>
                  <a:lnTo>
                    <a:pt x="9880" y="56148"/>
                  </a:lnTo>
                  <a:lnTo>
                    <a:pt x="8970" y="58175"/>
                  </a:lnTo>
                  <a:lnTo>
                    <a:pt x="8190" y="60000"/>
                  </a:lnTo>
                  <a:lnTo>
                    <a:pt x="7410" y="61824"/>
                  </a:lnTo>
                  <a:lnTo>
                    <a:pt x="6760" y="63851"/>
                  </a:lnTo>
                  <a:lnTo>
                    <a:pt x="6110" y="66081"/>
                  </a:lnTo>
                  <a:lnTo>
                    <a:pt x="5850" y="68310"/>
                  </a:lnTo>
                  <a:lnTo>
                    <a:pt x="5590" y="70540"/>
                  </a:lnTo>
                  <a:lnTo>
                    <a:pt x="5200" y="72972"/>
                  </a:lnTo>
                  <a:lnTo>
                    <a:pt x="5200" y="75405"/>
                  </a:lnTo>
                  <a:lnTo>
                    <a:pt x="5200" y="75405"/>
                  </a:lnTo>
                  <a:lnTo>
                    <a:pt x="5330" y="78243"/>
                  </a:lnTo>
                  <a:lnTo>
                    <a:pt x="5590" y="81081"/>
                  </a:lnTo>
                  <a:lnTo>
                    <a:pt x="5980" y="83716"/>
                  </a:lnTo>
                  <a:lnTo>
                    <a:pt x="6630" y="86351"/>
                  </a:lnTo>
                  <a:lnTo>
                    <a:pt x="7410" y="88986"/>
                  </a:lnTo>
                  <a:lnTo>
                    <a:pt x="8320" y="91216"/>
                  </a:lnTo>
                  <a:lnTo>
                    <a:pt x="9360" y="93648"/>
                  </a:lnTo>
                  <a:lnTo>
                    <a:pt x="10660" y="95472"/>
                  </a:lnTo>
                  <a:lnTo>
                    <a:pt x="11960" y="97500"/>
                  </a:lnTo>
                  <a:lnTo>
                    <a:pt x="13391" y="99121"/>
                  </a:lnTo>
                  <a:lnTo>
                    <a:pt x="14951" y="100540"/>
                  </a:lnTo>
                  <a:lnTo>
                    <a:pt x="16511" y="101756"/>
                  </a:lnTo>
                  <a:lnTo>
                    <a:pt x="18201" y="102770"/>
                  </a:lnTo>
                  <a:lnTo>
                    <a:pt x="20021" y="103378"/>
                  </a:lnTo>
                  <a:lnTo>
                    <a:pt x="21711" y="103986"/>
                  </a:lnTo>
                  <a:lnTo>
                    <a:pt x="23661" y="103986"/>
                  </a:lnTo>
                  <a:lnTo>
                    <a:pt x="23661" y="103986"/>
                  </a:lnTo>
                  <a:lnTo>
                    <a:pt x="26002" y="103581"/>
                  </a:lnTo>
                  <a:lnTo>
                    <a:pt x="28472" y="102972"/>
                  </a:lnTo>
                  <a:lnTo>
                    <a:pt x="29902" y="102567"/>
                  </a:lnTo>
                  <a:lnTo>
                    <a:pt x="30942" y="103986"/>
                  </a:lnTo>
                  <a:lnTo>
                    <a:pt x="30942" y="103986"/>
                  </a:lnTo>
                  <a:lnTo>
                    <a:pt x="31982" y="105405"/>
                  </a:lnTo>
                  <a:lnTo>
                    <a:pt x="33152" y="106621"/>
                  </a:lnTo>
                  <a:lnTo>
                    <a:pt x="34192" y="107837"/>
                  </a:lnTo>
                  <a:lnTo>
                    <a:pt x="35492" y="108445"/>
                  </a:lnTo>
                  <a:lnTo>
                    <a:pt x="36663" y="109256"/>
                  </a:lnTo>
                  <a:lnTo>
                    <a:pt x="37833" y="109662"/>
                  </a:lnTo>
                  <a:lnTo>
                    <a:pt x="39133" y="109864"/>
                  </a:lnTo>
                  <a:lnTo>
                    <a:pt x="40563" y="110067"/>
                  </a:lnTo>
                  <a:lnTo>
                    <a:pt x="40563" y="110067"/>
                  </a:lnTo>
                  <a:lnTo>
                    <a:pt x="41733" y="109864"/>
                  </a:lnTo>
                  <a:lnTo>
                    <a:pt x="43033" y="109662"/>
                  </a:lnTo>
                  <a:lnTo>
                    <a:pt x="44203" y="109256"/>
                  </a:lnTo>
                  <a:lnTo>
                    <a:pt x="45503" y="108445"/>
                  </a:lnTo>
                  <a:lnTo>
                    <a:pt x="46673" y="107837"/>
                  </a:lnTo>
                  <a:lnTo>
                    <a:pt x="47713" y="106824"/>
                  </a:lnTo>
                  <a:lnTo>
                    <a:pt x="48884" y="105608"/>
                  </a:lnTo>
                  <a:lnTo>
                    <a:pt x="49794" y="104391"/>
                  </a:lnTo>
                  <a:lnTo>
                    <a:pt x="51484" y="101756"/>
                  </a:lnTo>
                  <a:close/>
                </a:path>
              </a:pathLst>
            </a:custGeom>
            <a:solidFill>
              <a:schemeClr val="accent2"/>
            </a:solidFill>
            <a:ln w="9525" cap="flat" cmpd="sng">
              <a:solidFill>
                <a:srgbClr val="0E1518"/>
              </a:solidFill>
              <a:prstDash val="solid"/>
              <a:round/>
              <a:headEnd type="none" w="med" len="med"/>
              <a:tailEnd type="none" w="med" len="med"/>
            </a:ln>
          </p:spPr>
          <p:txBody>
            <a:bodyPr lIns="45700" tIns="22833" rIns="45700" bIns="22833" anchor="t" anchorCtr="0">
              <a:noAutofit/>
            </a:bodyPr>
            <a:lstStyle/>
            <a:p>
              <a:pPr>
                <a:buClr>
                  <a:srgbClr val="000000"/>
                </a:buClr>
              </a:pPr>
              <a:endParaRPr sz="1867">
                <a:solidFill>
                  <a:srgbClr val="000000"/>
                </a:solidFill>
                <a:latin typeface="Arial"/>
                <a:ea typeface="Arial"/>
                <a:cs typeface="Arial"/>
                <a:sym typeface="Arial"/>
              </a:endParaRPr>
            </a:p>
          </p:txBody>
        </p:sp>
      </p:grpSp>
      <p:pic>
        <p:nvPicPr>
          <p:cNvPr id="1278" name="Shape 1278"/>
          <p:cNvPicPr preferRelativeResize="0"/>
          <p:nvPr/>
        </p:nvPicPr>
        <p:blipFill rotWithShape="1">
          <a:blip r:embed="rId7">
            <a:alphaModFix/>
          </a:blip>
          <a:srcRect l="21758" t="30892" r="25710" b="31867"/>
          <a:stretch/>
        </p:blipFill>
        <p:spPr>
          <a:xfrm>
            <a:off x="5720665" y="4586156"/>
            <a:ext cx="501564" cy="266385"/>
          </a:xfrm>
          <a:prstGeom prst="rect">
            <a:avLst/>
          </a:prstGeom>
          <a:noFill/>
          <a:ln>
            <a:noFill/>
          </a:ln>
        </p:spPr>
      </p:pic>
      <p:pic>
        <p:nvPicPr>
          <p:cNvPr id="1279" name="Shape 1279"/>
          <p:cNvPicPr preferRelativeResize="0"/>
          <p:nvPr/>
        </p:nvPicPr>
        <p:blipFill rotWithShape="1">
          <a:blip r:embed="rId7">
            <a:alphaModFix/>
          </a:blip>
          <a:srcRect l="21758" t="30892" r="25710" b="31867"/>
          <a:stretch/>
        </p:blipFill>
        <p:spPr>
          <a:xfrm>
            <a:off x="5717635" y="5191010"/>
            <a:ext cx="501564" cy="266385"/>
          </a:xfrm>
          <a:prstGeom prst="rect">
            <a:avLst/>
          </a:prstGeom>
          <a:noFill/>
          <a:ln>
            <a:noFill/>
          </a:ln>
        </p:spPr>
      </p:pic>
      <p:pic>
        <p:nvPicPr>
          <p:cNvPr id="1280" name="Shape 1280"/>
          <p:cNvPicPr preferRelativeResize="0"/>
          <p:nvPr/>
        </p:nvPicPr>
        <p:blipFill rotWithShape="1">
          <a:blip r:embed="rId7">
            <a:alphaModFix/>
          </a:blip>
          <a:srcRect l="21758" t="30892" r="25710" b="31867"/>
          <a:stretch/>
        </p:blipFill>
        <p:spPr>
          <a:xfrm>
            <a:off x="5728490" y="3953477"/>
            <a:ext cx="501564" cy="266385"/>
          </a:xfrm>
          <a:prstGeom prst="rect">
            <a:avLst/>
          </a:prstGeom>
          <a:noFill/>
          <a:ln>
            <a:noFill/>
          </a:ln>
        </p:spPr>
      </p:pic>
      <p:sp>
        <p:nvSpPr>
          <p:cNvPr id="1281" name="Shape 1281"/>
          <p:cNvSpPr txBox="1"/>
          <p:nvPr/>
        </p:nvSpPr>
        <p:spPr>
          <a:xfrm>
            <a:off x="1026417" y="2009060"/>
            <a:ext cx="3164036" cy="1074987"/>
          </a:xfrm>
          <a:prstGeom prst="rect">
            <a:avLst/>
          </a:prstGeom>
          <a:noFill/>
          <a:ln>
            <a:noFill/>
          </a:ln>
        </p:spPr>
        <p:txBody>
          <a:bodyPr lIns="121900" tIns="60933" rIns="121900" bIns="60933" anchor="t" anchorCtr="0">
            <a:noAutofit/>
          </a:bodyPr>
          <a:lstStyle/>
          <a:p>
            <a:pPr algn="ctr">
              <a:buClr>
                <a:srgbClr val="000000"/>
              </a:buClr>
              <a:buSzPct val="25000"/>
            </a:pPr>
            <a:r>
              <a:rPr lang="en" sz="1867" b="1">
                <a:latin typeface="Arial"/>
                <a:ea typeface="Arial"/>
                <a:cs typeface="Arial"/>
                <a:sym typeface="Arial"/>
              </a:rPr>
              <a:t>BUILD</a:t>
            </a:r>
          </a:p>
          <a:p>
            <a:pPr algn="ctr">
              <a:buClr>
                <a:srgbClr val="000000"/>
              </a:buClr>
              <a:buSzPct val="25000"/>
            </a:pPr>
            <a:r>
              <a:rPr lang="en" sz="1600">
                <a:latin typeface="Arial"/>
                <a:ea typeface="Arial"/>
                <a:cs typeface="Arial"/>
                <a:sym typeface="Arial"/>
              </a:rPr>
              <a:t>Development Environments</a:t>
            </a:r>
          </a:p>
        </p:txBody>
      </p:sp>
      <p:sp>
        <p:nvSpPr>
          <p:cNvPr id="1282" name="Shape 1282"/>
          <p:cNvSpPr txBox="1"/>
          <p:nvPr/>
        </p:nvSpPr>
        <p:spPr>
          <a:xfrm>
            <a:off x="4276356" y="2001700"/>
            <a:ext cx="3164033" cy="1074987"/>
          </a:xfrm>
          <a:prstGeom prst="rect">
            <a:avLst/>
          </a:prstGeom>
          <a:noFill/>
          <a:ln>
            <a:noFill/>
          </a:ln>
        </p:spPr>
        <p:txBody>
          <a:bodyPr lIns="121900" tIns="60933" rIns="121900" bIns="60933" anchor="t" anchorCtr="0">
            <a:noAutofit/>
          </a:bodyPr>
          <a:lstStyle/>
          <a:p>
            <a:pPr algn="ctr">
              <a:buClr>
                <a:srgbClr val="000000"/>
              </a:buClr>
              <a:buSzPct val="25000"/>
            </a:pPr>
            <a:r>
              <a:rPr lang="en" sz="1867" b="1">
                <a:latin typeface="Arial"/>
                <a:ea typeface="Arial"/>
                <a:cs typeface="Arial"/>
                <a:sym typeface="Arial"/>
              </a:rPr>
              <a:t>SHIP</a:t>
            </a:r>
          </a:p>
          <a:p>
            <a:pPr algn="ctr">
              <a:buClr>
                <a:srgbClr val="000000"/>
              </a:buClr>
              <a:buSzPct val="25000"/>
            </a:pPr>
            <a:r>
              <a:rPr lang="en" sz="1600">
                <a:latin typeface="Arial"/>
                <a:ea typeface="Arial"/>
                <a:cs typeface="Arial"/>
                <a:sym typeface="Arial"/>
              </a:rPr>
              <a:t>Secure Content &amp; Collaboration</a:t>
            </a:r>
          </a:p>
        </p:txBody>
      </p:sp>
      <p:sp>
        <p:nvSpPr>
          <p:cNvPr id="1283" name="Shape 1283"/>
          <p:cNvSpPr txBox="1"/>
          <p:nvPr/>
        </p:nvSpPr>
        <p:spPr>
          <a:xfrm>
            <a:off x="7873802" y="2016739"/>
            <a:ext cx="3164033" cy="1074987"/>
          </a:xfrm>
          <a:prstGeom prst="rect">
            <a:avLst/>
          </a:prstGeom>
          <a:noFill/>
          <a:ln>
            <a:noFill/>
          </a:ln>
        </p:spPr>
        <p:txBody>
          <a:bodyPr lIns="121900" tIns="60933" rIns="121900" bIns="60933" anchor="t" anchorCtr="0">
            <a:noAutofit/>
          </a:bodyPr>
          <a:lstStyle/>
          <a:p>
            <a:pPr algn="ctr">
              <a:buClr>
                <a:srgbClr val="000000"/>
              </a:buClr>
              <a:buSzPct val="25000"/>
            </a:pPr>
            <a:r>
              <a:rPr lang="en" sz="1867" b="1">
                <a:latin typeface="Arial"/>
                <a:ea typeface="Arial"/>
                <a:cs typeface="Arial"/>
                <a:sym typeface="Arial"/>
              </a:rPr>
              <a:t>RUN</a:t>
            </a:r>
          </a:p>
          <a:p>
            <a:pPr algn="ctr">
              <a:buClr>
                <a:srgbClr val="000000"/>
              </a:buClr>
              <a:buSzPct val="25000"/>
            </a:pPr>
            <a:r>
              <a:rPr lang="en" sz="1600">
                <a:latin typeface="Arial"/>
                <a:ea typeface="Arial"/>
                <a:cs typeface="Arial"/>
                <a:sym typeface="Arial"/>
              </a:rPr>
              <a:t>Deploy, Manage, Scale</a:t>
            </a:r>
          </a:p>
        </p:txBody>
      </p:sp>
      <p:grpSp>
        <p:nvGrpSpPr>
          <p:cNvPr id="1284" name="Shape 1284"/>
          <p:cNvGrpSpPr/>
          <p:nvPr/>
        </p:nvGrpSpPr>
        <p:grpSpPr>
          <a:xfrm>
            <a:off x="5553573" y="2999043"/>
            <a:ext cx="633452" cy="627228"/>
            <a:chOff x="4343297" y="2377595"/>
            <a:chExt cx="394170" cy="390297"/>
          </a:xfrm>
        </p:grpSpPr>
        <p:sp>
          <p:nvSpPr>
            <p:cNvPr id="1285" name="Shape 1285"/>
            <p:cNvSpPr/>
            <p:nvPr/>
          </p:nvSpPr>
          <p:spPr>
            <a:xfrm>
              <a:off x="4410123" y="2485096"/>
              <a:ext cx="278486" cy="155733"/>
            </a:xfrm>
            <a:prstGeom prst="rect">
              <a:avLst/>
            </a:prstGeom>
            <a:solidFill>
              <a:schemeClr val="lt1"/>
            </a:solidFill>
            <a:ln w="25400" cap="flat" cmpd="sng">
              <a:solidFill>
                <a:schemeClr val="lt1"/>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grpSp>
          <p:nvGrpSpPr>
            <p:cNvPr id="1286" name="Shape 1286"/>
            <p:cNvGrpSpPr/>
            <p:nvPr/>
          </p:nvGrpSpPr>
          <p:grpSpPr>
            <a:xfrm>
              <a:off x="4343297" y="2377595"/>
              <a:ext cx="394170" cy="390297"/>
              <a:chOff x="620712" y="2868613"/>
              <a:chExt cx="646112" cy="639762"/>
            </a:xfrm>
          </p:grpSpPr>
          <p:sp>
            <p:nvSpPr>
              <p:cNvPr id="1287" name="Shape 1287"/>
              <p:cNvSpPr/>
              <p:nvPr/>
            </p:nvSpPr>
            <p:spPr>
              <a:xfrm>
                <a:off x="620712" y="2868613"/>
                <a:ext cx="646112" cy="639762"/>
              </a:xfrm>
              <a:custGeom>
                <a:avLst/>
                <a:gdLst/>
                <a:ahLst/>
                <a:cxnLst/>
                <a:rect l="0" t="0" r="0" b="0"/>
                <a:pathLst>
                  <a:path w="120000" h="120000" extrusionOk="0">
                    <a:moveTo>
                      <a:pt x="18461" y="49655"/>
                    </a:moveTo>
                    <a:cubicBezTo>
                      <a:pt x="18461" y="84827"/>
                      <a:pt x="18461" y="84827"/>
                      <a:pt x="18461" y="84827"/>
                    </a:cubicBezTo>
                    <a:cubicBezTo>
                      <a:pt x="18461" y="84827"/>
                      <a:pt x="18461" y="84827"/>
                      <a:pt x="18461" y="84827"/>
                    </a:cubicBezTo>
                    <a:cubicBezTo>
                      <a:pt x="100512" y="84827"/>
                      <a:pt x="100512" y="84827"/>
                      <a:pt x="100512" y="84827"/>
                    </a:cubicBezTo>
                    <a:cubicBezTo>
                      <a:pt x="100512" y="49655"/>
                      <a:pt x="100512" y="49655"/>
                      <a:pt x="100512" y="49655"/>
                    </a:cubicBezTo>
                    <a:lnTo>
                      <a:pt x="18461" y="49655"/>
                    </a:lnTo>
                    <a:close/>
                    <a:moveTo>
                      <a:pt x="18461" y="34137"/>
                    </a:moveTo>
                    <a:cubicBezTo>
                      <a:pt x="18461" y="5172"/>
                      <a:pt x="18461" y="5172"/>
                      <a:pt x="18461" y="5172"/>
                    </a:cubicBezTo>
                    <a:cubicBezTo>
                      <a:pt x="18461" y="2068"/>
                      <a:pt x="16410" y="0"/>
                      <a:pt x="13333" y="0"/>
                    </a:cubicBezTo>
                    <a:cubicBezTo>
                      <a:pt x="5128" y="0"/>
                      <a:pt x="5128" y="0"/>
                      <a:pt x="5128" y="0"/>
                    </a:cubicBezTo>
                    <a:cubicBezTo>
                      <a:pt x="2051" y="0"/>
                      <a:pt x="0" y="2068"/>
                      <a:pt x="0" y="5172"/>
                    </a:cubicBezTo>
                    <a:cubicBezTo>
                      <a:pt x="0" y="115862"/>
                      <a:pt x="0" y="115862"/>
                      <a:pt x="0" y="115862"/>
                    </a:cubicBezTo>
                    <a:cubicBezTo>
                      <a:pt x="0" y="117931"/>
                      <a:pt x="2051" y="120000"/>
                      <a:pt x="5128" y="120000"/>
                    </a:cubicBezTo>
                    <a:cubicBezTo>
                      <a:pt x="13333" y="120000"/>
                      <a:pt x="13333" y="120000"/>
                      <a:pt x="13333" y="120000"/>
                    </a:cubicBezTo>
                    <a:cubicBezTo>
                      <a:pt x="16410" y="120000"/>
                      <a:pt x="18461" y="117931"/>
                      <a:pt x="18461" y="115862"/>
                    </a:cubicBezTo>
                    <a:cubicBezTo>
                      <a:pt x="18461" y="99310"/>
                      <a:pt x="18461" y="99310"/>
                      <a:pt x="18461" y="99310"/>
                    </a:cubicBezTo>
                    <a:cubicBezTo>
                      <a:pt x="100512" y="99310"/>
                      <a:pt x="100512" y="99310"/>
                      <a:pt x="100512" y="99310"/>
                    </a:cubicBezTo>
                    <a:cubicBezTo>
                      <a:pt x="100512" y="115862"/>
                      <a:pt x="100512" y="115862"/>
                      <a:pt x="100512" y="115862"/>
                    </a:cubicBezTo>
                    <a:cubicBezTo>
                      <a:pt x="100512" y="117931"/>
                      <a:pt x="103589" y="120000"/>
                      <a:pt x="106666" y="120000"/>
                    </a:cubicBezTo>
                    <a:cubicBezTo>
                      <a:pt x="114871" y="120000"/>
                      <a:pt x="114871" y="120000"/>
                      <a:pt x="114871" y="120000"/>
                    </a:cubicBezTo>
                    <a:cubicBezTo>
                      <a:pt x="117948" y="120000"/>
                      <a:pt x="120000" y="117931"/>
                      <a:pt x="120000" y="115862"/>
                    </a:cubicBezTo>
                    <a:cubicBezTo>
                      <a:pt x="120000" y="5172"/>
                      <a:pt x="120000" y="5172"/>
                      <a:pt x="120000" y="5172"/>
                    </a:cubicBezTo>
                    <a:cubicBezTo>
                      <a:pt x="120000" y="2068"/>
                      <a:pt x="117948" y="0"/>
                      <a:pt x="114871" y="0"/>
                    </a:cubicBezTo>
                    <a:cubicBezTo>
                      <a:pt x="106666" y="0"/>
                      <a:pt x="106666" y="0"/>
                      <a:pt x="106666" y="0"/>
                    </a:cubicBezTo>
                    <a:cubicBezTo>
                      <a:pt x="103589" y="0"/>
                      <a:pt x="100512" y="2068"/>
                      <a:pt x="100512" y="5172"/>
                    </a:cubicBezTo>
                    <a:cubicBezTo>
                      <a:pt x="100512" y="34137"/>
                      <a:pt x="100512" y="34137"/>
                      <a:pt x="100512" y="34137"/>
                    </a:cubicBezTo>
                    <a:lnTo>
                      <a:pt x="18461" y="34137"/>
                    </a:lnTo>
                    <a:close/>
                  </a:path>
                </a:pathLst>
              </a:custGeom>
              <a:solidFill>
                <a:schemeClr val="lt1"/>
              </a:solidFill>
              <a:ln w="1587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sp>
            <p:nvSpPr>
              <p:cNvPr id="1288" name="Shape 1288"/>
              <p:cNvSpPr/>
              <p:nvPr/>
            </p:nvSpPr>
            <p:spPr>
              <a:xfrm>
                <a:off x="730250" y="2901950"/>
                <a:ext cx="100013" cy="142875"/>
              </a:xfrm>
              <a:custGeom>
                <a:avLst/>
                <a:gdLst/>
                <a:ahLst/>
                <a:cxnLst/>
                <a:rect l="0" t="0" r="0" b="0"/>
                <a:pathLst>
                  <a:path w="120000" h="120000" extrusionOk="0">
                    <a:moveTo>
                      <a:pt x="0" y="0"/>
                    </a:moveTo>
                    <a:cubicBezTo>
                      <a:pt x="106666" y="0"/>
                      <a:pt x="106666" y="0"/>
                      <a:pt x="106666" y="0"/>
                    </a:cubicBezTo>
                    <a:cubicBezTo>
                      <a:pt x="113333" y="0"/>
                      <a:pt x="120000" y="4615"/>
                      <a:pt x="120000" y="9230"/>
                    </a:cubicBezTo>
                    <a:cubicBezTo>
                      <a:pt x="120000" y="120000"/>
                      <a:pt x="120000" y="120000"/>
                      <a:pt x="120000" y="120000"/>
                    </a:cubicBezTo>
                  </a:path>
                </a:pathLst>
              </a:custGeom>
              <a:solidFill>
                <a:schemeClr val="lt1"/>
              </a:solidFill>
              <a:ln w="1587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sp>
            <p:nvSpPr>
              <p:cNvPr id="1289" name="Shape 1289"/>
              <p:cNvSpPr/>
              <p:nvPr/>
            </p:nvSpPr>
            <p:spPr>
              <a:xfrm>
                <a:off x="946150" y="2901950"/>
                <a:ext cx="214312" cy="142875"/>
              </a:xfrm>
              <a:custGeom>
                <a:avLst/>
                <a:gdLst/>
                <a:ahLst/>
                <a:cxnLst/>
                <a:rect l="0" t="0" r="0" b="0"/>
                <a:pathLst>
                  <a:path w="120000" h="120000" extrusionOk="0">
                    <a:moveTo>
                      <a:pt x="0" y="120000"/>
                    </a:moveTo>
                    <a:cubicBezTo>
                      <a:pt x="0" y="9230"/>
                      <a:pt x="0" y="9230"/>
                      <a:pt x="0" y="9230"/>
                    </a:cubicBezTo>
                    <a:cubicBezTo>
                      <a:pt x="0" y="4615"/>
                      <a:pt x="3076" y="0"/>
                      <a:pt x="6153" y="0"/>
                    </a:cubicBezTo>
                    <a:cubicBezTo>
                      <a:pt x="120000" y="0"/>
                      <a:pt x="120000" y="0"/>
                      <a:pt x="120000" y="0"/>
                    </a:cubicBezTo>
                  </a:path>
                </a:pathLst>
              </a:custGeom>
              <a:solidFill>
                <a:schemeClr val="lt1"/>
              </a:solidFill>
              <a:ln w="1587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290" name="Shape 1290"/>
              <p:cNvCxnSpPr/>
              <p:nvPr/>
            </p:nvCxnSpPr>
            <p:spPr>
              <a:xfrm>
                <a:off x="830262" y="3133725"/>
                <a:ext cx="0" cy="176212"/>
              </a:xfrm>
              <a:prstGeom prst="straightConnector1">
                <a:avLst/>
              </a:prstGeom>
              <a:solidFill>
                <a:schemeClr val="lt1"/>
              </a:solidFill>
              <a:ln w="15875" cap="flat" cmpd="sng">
                <a:solidFill>
                  <a:srgbClr val="1B181C"/>
                </a:solidFill>
                <a:prstDash val="solid"/>
                <a:miter/>
                <a:headEnd type="none" w="med" len="med"/>
                <a:tailEnd type="none" w="med" len="med"/>
              </a:ln>
            </p:spPr>
          </p:cxnSp>
          <p:cxnSp>
            <p:nvCxnSpPr>
              <p:cNvPr id="1291" name="Shape 1291"/>
              <p:cNvCxnSpPr/>
              <p:nvPr/>
            </p:nvCxnSpPr>
            <p:spPr>
              <a:xfrm>
                <a:off x="939800" y="3133725"/>
                <a:ext cx="0" cy="176212"/>
              </a:xfrm>
              <a:prstGeom prst="straightConnector1">
                <a:avLst/>
              </a:prstGeom>
              <a:solidFill>
                <a:schemeClr val="lt1"/>
              </a:solidFill>
              <a:ln w="15875" cap="flat" cmpd="sng">
                <a:solidFill>
                  <a:srgbClr val="1B181C"/>
                </a:solidFill>
                <a:prstDash val="solid"/>
                <a:miter/>
                <a:headEnd type="none" w="med" len="med"/>
                <a:tailEnd type="none" w="med" len="med"/>
              </a:ln>
            </p:spPr>
          </p:cxnSp>
          <p:cxnSp>
            <p:nvCxnSpPr>
              <p:cNvPr id="1292" name="Shape 1292"/>
              <p:cNvCxnSpPr/>
              <p:nvPr/>
            </p:nvCxnSpPr>
            <p:spPr>
              <a:xfrm>
                <a:off x="1050925" y="3133725"/>
                <a:ext cx="0" cy="176212"/>
              </a:xfrm>
              <a:prstGeom prst="straightConnector1">
                <a:avLst/>
              </a:prstGeom>
              <a:solidFill>
                <a:schemeClr val="lt1"/>
              </a:solidFill>
              <a:ln w="15875" cap="flat" cmpd="sng">
                <a:solidFill>
                  <a:srgbClr val="1B181C"/>
                </a:solidFill>
                <a:prstDash val="solid"/>
                <a:miter/>
                <a:headEnd type="none" w="med" len="med"/>
                <a:tailEnd type="none" w="med" len="med"/>
              </a:ln>
            </p:spPr>
          </p:cxnSp>
          <p:cxnSp>
            <p:nvCxnSpPr>
              <p:cNvPr id="1293" name="Shape 1293"/>
              <p:cNvCxnSpPr/>
              <p:nvPr/>
            </p:nvCxnSpPr>
            <p:spPr>
              <a:xfrm>
                <a:off x="1050925" y="2901950"/>
                <a:ext cx="0" cy="147638"/>
              </a:xfrm>
              <a:prstGeom prst="straightConnector1">
                <a:avLst/>
              </a:prstGeom>
              <a:solidFill>
                <a:schemeClr val="lt1"/>
              </a:solidFill>
              <a:ln w="15875" cap="flat" cmpd="sng">
                <a:solidFill>
                  <a:srgbClr val="1B181C"/>
                </a:solidFill>
                <a:prstDash val="solid"/>
                <a:miter/>
                <a:headEnd type="none" w="med" len="med"/>
                <a:tailEnd type="none" w="med" len="med"/>
              </a:ln>
            </p:spPr>
          </p:cxnSp>
        </p:grpSp>
      </p:grpSp>
      <p:grpSp>
        <p:nvGrpSpPr>
          <p:cNvPr id="1294" name="Shape 1294"/>
          <p:cNvGrpSpPr/>
          <p:nvPr/>
        </p:nvGrpSpPr>
        <p:grpSpPr>
          <a:xfrm>
            <a:off x="8721262" y="3724651"/>
            <a:ext cx="764853" cy="490309"/>
            <a:chOff x="6656808" y="2318556"/>
            <a:chExt cx="573640" cy="367732"/>
          </a:xfrm>
        </p:grpSpPr>
        <p:sp>
          <p:nvSpPr>
            <p:cNvPr id="1295" name="Shape 1295"/>
            <p:cNvSpPr/>
            <p:nvPr/>
          </p:nvSpPr>
          <p:spPr>
            <a:xfrm>
              <a:off x="6680463" y="2398183"/>
              <a:ext cx="518565" cy="246668"/>
            </a:xfrm>
            <a:prstGeom prst="ellipse">
              <a:avLst/>
            </a:prstGeom>
            <a:noFill/>
            <a:ln w="28575" cap="flat" cmpd="sng">
              <a:solidFill>
                <a:srgbClr val="A5A5A5"/>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grpSp>
          <p:nvGrpSpPr>
            <p:cNvPr id="1296" name="Shape 1296"/>
            <p:cNvGrpSpPr/>
            <p:nvPr/>
          </p:nvGrpSpPr>
          <p:grpSpPr>
            <a:xfrm>
              <a:off x="6656808" y="2512946"/>
              <a:ext cx="168991" cy="168991"/>
              <a:chOff x="-633412" y="1071562"/>
              <a:chExt cx="646112" cy="646112"/>
            </a:xfrm>
          </p:grpSpPr>
          <p:sp>
            <p:nvSpPr>
              <p:cNvPr id="1297" name="Shape 1297"/>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298" name="Shape 1298"/>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299" name="Shape 1299"/>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0" name="Shape 1300"/>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1" name="Shape 1301"/>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02" name="Shape 1302"/>
            <p:cNvGrpSpPr/>
            <p:nvPr/>
          </p:nvGrpSpPr>
          <p:grpSpPr>
            <a:xfrm>
              <a:off x="6850133" y="2318556"/>
              <a:ext cx="168991" cy="168991"/>
              <a:chOff x="-633412" y="1071562"/>
              <a:chExt cx="646112" cy="646112"/>
            </a:xfrm>
          </p:grpSpPr>
          <p:sp>
            <p:nvSpPr>
              <p:cNvPr id="1303" name="Shape 1303"/>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04" name="Shape 1304"/>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5" name="Shape 1305"/>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6" name="Shape 1306"/>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7" name="Shape 1307"/>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08" name="Shape 1308"/>
            <p:cNvGrpSpPr/>
            <p:nvPr/>
          </p:nvGrpSpPr>
          <p:grpSpPr>
            <a:xfrm>
              <a:off x="7061457" y="2517298"/>
              <a:ext cx="168991" cy="168991"/>
              <a:chOff x="-633412" y="1071562"/>
              <a:chExt cx="646112" cy="646112"/>
            </a:xfrm>
          </p:grpSpPr>
          <p:sp>
            <p:nvSpPr>
              <p:cNvPr id="1309" name="Shape 1309"/>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10" name="Shape 1310"/>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11" name="Shape 1311"/>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12" name="Shape 1312"/>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13" name="Shape 1313"/>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grpSp>
        <p:nvGrpSpPr>
          <p:cNvPr id="1314" name="Shape 1314"/>
          <p:cNvGrpSpPr/>
          <p:nvPr/>
        </p:nvGrpSpPr>
        <p:grpSpPr>
          <a:xfrm>
            <a:off x="9749530" y="3724651"/>
            <a:ext cx="764853" cy="490309"/>
            <a:chOff x="6656808" y="2318556"/>
            <a:chExt cx="573640" cy="367732"/>
          </a:xfrm>
        </p:grpSpPr>
        <p:sp>
          <p:nvSpPr>
            <p:cNvPr id="1315" name="Shape 1315"/>
            <p:cNvSpPr/>
            <p:nvPr/>
          </p:nvSpPr>
          <p:spPr>
            <a:xfrm>
              <a:off x="6680463" y="2398183"/>
              <a:ext cx="518565" cy="246668"/>
            </a:xfrm>
            <a:prstGeom prst="ellipse">
              <a:avLst/>
            </a:prstGeom>
            <a:noFill/>
            <a:ln w="28575" cap="flat" cmpd="sng">
              <a:solidFill>
                <a:srgbClr val="A5A5A5"/>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grpSp>
          <p:nvGrpSpPr>
            <p:cNvPr id="1316" name="Shape 1316"/>
            <p:cNvGrpSpPr/>
            <p:nvPr/>
          </p:nvGrpSpPr>
          <p:grpSpPr>
            <a:xfrm>
              <a:off x="6656808" y="2512946"/>
              <a:ext cx="168991" cy="168991"/>
              <a:chOff x="-633412" y="1071562"/>
              <a:chExt cx="646112" cy="646112"/>
            </a:xfrm>
          </p:grpSpPr>
          <p:sp>
            <p:nvSpPr>
              <p:cNvPr id="1317" name="Shape 1317"/>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18" name="Shape 1318"/>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19" name="Shape 1319"/>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0" name="Shape 1320"/>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1" name="Shape 1321"/>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22" name="Shape 1322"/>
            <p:cNvGrpSpPr/>
            <p:nvPr/>
          </p:nvGrpSpPr>
          <p:grpSpPr>
            <a:xfrm>
              <a:off x="6850133" y="2318556"/>
              <a:ext cx="168991" cy="168991"/>
              <a:chOff x="-633412" y="1071562"/>
              <a:chExt cx="646112" cy="646112"/>
            </a:xfrm>
          </p:grpSpPr>
          <p:sp>
            <p:nvSpPr>
              <p:cNvPr id="1323" name="Shape 1323"/>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24" name="Shape 1324"/>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5" name="Shape 1325"/>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6" name="Shape 1326"/>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7" name="Shape 1327"/>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28" name="Shape 1328"/>
            <p:cNvGrpSpPr/>
            <p:nvPr/>
          </p:nvGrpSpPr>
          <p:grpSpPr>
            <a:xfrm>
              <a:off x="7061457" y="2517298"/>
              <a:ext cx="168991" cy="168991"/>
              <a:chOff x="-633412" y="1071562"/>
              <a:chExt cx="646112" cy="646112"/>
            </a:xfrm>
          </p:grpSpPr>
          <p:sp>
            <p:nvSpPr>
              <p:cNvPr id="1329" name="Shape 1329"/>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30" name="Shape 1330"/>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31" name="Shape 1331"/>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32" name="Shape 1332"/>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33" name="Shape 1333"/>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grpSp>
        <p:nvGrpSpPr>
          <p:cNvPr id="1334" name="Shape 1334"/>
          <p:cNvGrpSpPr/>
          <p:nvPr/>
        </p:nvGrpSpPr>
        <p:grpSpPr>
          <a:xfrm>
            <a:off x="8722743" y="5589267"/>
            <a:ext cx="764853" cy="490309"/>
            <a:chOff x="6656808" y="2318556"/>
            <a:chExt cx="573640" cy="367732"/>
          </a:xfrm>
        </p:grpSpPr>
        <p:sp>
          <p:nvSpPr>
            <p:cNvPr id="1335" name="Shape 1335"/>
            <p:cNvSpPr/>
            <p:nvPr/>
          </p:nvSpPr>
          <p:spPr>
            <a:xfrm>
              <a:off x="6680463" y="2398183"/>
              <a:ext cx="518565" cy="246668"/>
            </a:xfrm>
            <a:prstGeom prst="ellipse">
              <a:avLst/>
            </a:prstGeom>
            <a:noFill/>
            <a:ln w="28575" cap="flat" cmpd="sng">
              <a:solidFill>
                <a:srgbClr val="A5A5A5"/>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grpSp>
          <p:nvGrpSpPr>
            <p:cNvPr id="1336" name="Shape 1336"/>
            <p:cNvGrpSpPr/>
            <p:nvPr/>
          </p:nvGrpSpPr>
          <p:grpSpPr>
            <a:xfrm>
              <a:off x="6656808" y="2512946"/>
              <a:ext cx="168991" cy="168991"/>
              <a:chOff x="-633412" y="1071562"/>
              <a:chExt cx="646112" cy="646112"/>
            </a:xfrm>
          </p:grpSpPr>
          <p:sp>
            <p:nvSpPr>
              <p:cNvPr id="1337" name="Shape 1337"/>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38" name="Shape 1338"/>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39" name="Shape 1339"/>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0" name="Shape 1340"/>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1" name="Shape 1341"/>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42" name="Shape 1342"/>
            <p:cNvGrpSpPr/>
            <p:nvPr/>
          </p:nvGrpSpPr>
          <p:grpSpPr>
            <a:xfrm>
              <a:off x="6850133" y="2318556"/>
              <a:ext cx="168991" cy="168991"/>
              <a:chOff x="-633412" y="1071562"/>
              <a:chExt cx="646112" cy="646112"/>
            </a:xfrm>
          </p:grpSpPr>
          <p:sp>
            <p:nvSpPr>
              <p:cNvPr id="1343" name="Shape 1343"/>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44" name="Shape 1344"/>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5" name="Shape 1345"/>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6" name="Shape 1346"/>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7" name="Shape 1347"/>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48" name="Shape 1348"/>
            <p:cNvGrpSpPr/>
            <p:nvPr/>
          </p:nvGrpSpPr>
          <p:grpSpPr>
            <a:xfrm>
              <a:off x="7061457" y="2517298"/>
              <a:ext cx="168991" cy="168991"/>
              <a:chOff x="-633412" y="1071562"/>
              <a:chExt cx="646112" cy="646112"/>
            </a:xfrm>
          </p:grpSpPr>
          <p:sp>
            <p:nvSpPr>
              <p:cNvPr id="1349" name="Shape 1349"/>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50" name="Shape 1350"/>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51" name="Shape 1351"/>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52" name="Shape 1352"/>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53" name="Shape 1353"/>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grpSp>
        <p:nvGrpSpPr>
          <p:cNvPr id="1354" name="Shape 1354"/>
          <p:cNvGrpSpPr/>
          <p:nvPr/>
        </p:nvGrpSpPr>
        <p:grpSpPr>
          <a:xfrm>
            <a:off x="9751011" y="5589267"/>
            <a:ext cx="764853" cy="490309"/>
            <a:chOff x="6656808" y="2318556"/>
            <a:chExt cx="573640" cy="367732"/>
          </a:xfrm>
        </p:grpSpPr>
        <p:sp>
          <p:nvSpPr>
            <p:cNvPr id="1355" name="Shape 1355"/>
            <p:cNvSpPr/>
            <p:nvPr/>
          </p:nvSpPr>
          <p:spPr>
            <a:xfrm>
              <a:off x="6680463" y="2398183"/>
              <a:ext cx="518565" cy="246668"/>
            </a:xfrm>
            <a:prstGeom prst="ellipse">
              <a:avLst/>
            </a:prstGeom>
            <a:noFill/>
            <a:ln w="28575" cap="flat" cmpd="sng">
              <a:solidFill>
                <a:srgbClr val="A5A5A5"/>
              </a:solidFill>
              <a:prstDash val="solid"/>
              <a:round/>
              <a:headEnd type="none" w="med" len="med"/>
              <a:tailEnd type="none" w="med" len="med"/>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grpSp>
          <p:nvGrpSpPr>
            <p:cNvPr id="1356" name="Shape 1356"/>
            <p:cNvGrpSpPr/>
            <p:nvPr/>
          </p:nvGrpSpPr>
          <p:grpSpPr>
            <a:xfrm>
              <a:off x="6656808" y="2512946"/>
              <a:ext cx="168991" cy="168991"/>
              <a:chOff x="-633412" y="1071562"/>
              <a:chExt cx="646112" cy="646112"/>
            </a:xfrm>
          </p:grpSpPr>
          <p:sp>
            <p:nvSpPr>
              <p:cNvPr id="1357" name="Shape 1357"/>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58" name="Shape 1358"/>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59" name="Shape 1359"/>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0" name="Shape 1360"/>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1" name="Shape 1361"/>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62" name="Shape 1362"/>
            <p:cNvGrpSpPr/>
            <p:nvPr/>
          </p:nvGrpSpPr>
          <p:grpSpPr>
            <a:xfrm>
              <a:off x="6850133" y="2318556"/>
              <a:ext cx="168991" cy="168991"/>
              <a:chOff x="-633412" y="1071562"/>
              <a:chExt cx="646112" cy="646112"/>
            </a:xfrm>
          </p:grpSpPr>
          <p:sp>
            <p:nvSpPr>
              <p:cNvPr id="1363" name="Shape 1363"/>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64" name="Shape 1364"/>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5" name="Shape 1365"/>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6" name="Shape 1366"/>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7" name="Shape 1367"/>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68" name="Shape 1368"/>
            <p:cNvGrpSpPr/>
            <p:nvPr/>
          </p:nvGrpSpPr>
          <p:grpSpPr>
            <a:xfrm>
              <a:off x="7061457" y="2517298"/>
              <a:ext cx="168991" cy="168991"/>
              <a:chOff x="-633412" y="1071562"/>
              <a:chExt cx="646112" cy="646112"/>
            </a:xfrm>
          </p:grpSpPr>
          <p:sp>
            <p:nvSpPr>
              <p:cNvPr id="1369" name="Shape 1369"/>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121900" tIns="60933" rIns="121900" bIns="60933" anchor="t" anchorCtr="0">
                <a:noAutofit/>
              </a:bodyPr>
              <a:lstStyle/>
              <a:p>
                <a:pPr>
                  <a:buClr>
                    <a:srgbClr val="000000"/>
                  </a:buClr>
                </a:pPr>
                <a:endParaRPr sz="1867">
                  <a:solidFill>
                    <a:srgbClr val="000000"/>
                  </a:solidFill>
                  <a:latin typeface="Arial"/>
                  <a:ea typeface="Arial"/>
                  <a:cs typeface="Arial"/>
                  <a:sym typeface="Arial"/>
                </a:endParaRPr>
              </a:p>
            </p:txBody>
          </p:sp>
          <p:cxnSp>
            <p:nvCxnSpPr>
              <p:cNvPr id="1370" name="Shape 1370"/>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71" name="Shape 1371"/>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72" name="Shape 1372"/>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73" name="Shape 1373"/>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sp>
        <p:nvSpPr>
          <p:cNvPr id="1374" name="Shape 1374"/>
          <p:cNvSpPr txBox="1"/>
          <p:nvPr/>
        </p:nvSpPr>
        <p:spPr>
          <a:xfrm>
            <a:off x="6287631" y="3021352"/>
            <a:ext cx="1064823" cy="369331"/>
          </a:xfrm>
          <a:prstGeom prst="rect">
            <a:avLst/>
          </a:prstGeom>
          <a:noFill/>
          <a:ln>
            <a:noFill/>
          </a:ln>
        </p:spPr>
        <p:txBody>
          <a:bodyPr lIns="121900" tIns="60933" rIns="121900" bIns="60933" anchor="t" anchorCtr="0">
            <a:noAutofit/>
          </a:bodyPr>
          <a:lstStyle/>
          <a:p>
            <a:pPr>
              <a:buClr>
                <a:schemeClr val="accent3"/>
              </a:buClr>
              <a:buSzPct val="25000"/>
            </a:pPr>
            <a:r>
              <a:rPr lang="en" sz="1600" b="1">
                <a:solidFill>
                  <a:schemeClr val="accent3"/>
                </a:solidFill>
                <a:latin typeface="Arial"/>
                <a:ea typeface="Arial"/>
                <a:cs typeface="Arial"/>
                <a:sym typeface="Arial"/>
              </a:rPr>
              <a:t>Registry</a:t>
            </a:r>
          </a:p>
        </p:txBody>
      </p:sp>
      <p:sp>
        <p:nvSpPr>
          <p:cNvPr id="1375" name="Shape 1375"/>
          <p:cNvSpPr txBox="1"/>
          <p:nvPr/>
        </p:nvSpPr>
        <p:spPr>
          <a:xfrm>
            <a:off x="9885643" y="2828563"/>
            <a:ext cx="1571371" cy="369331"/>
          </a:xfrm>
          <a:prstGeom prst="rect">
            <a:avLst/>
          </a:prstGeom>
          <a:noFill/>
          <a:ln>
            <a:noFill/>
          </a:ln>
        </p:spPr>
        <p:txBody>
          <a:bodyPr lIns="121900" tIns="60933" rIns="121900" bIns="60933" anchor="t" anchorCtr="0">
            <a:noAutofit/>
          </a:bodyPr>
          <a:lstStyle/>
          <a:p>
            <a:pPr>
              <a:buClr>
                <a:schemeClr val="accent3"/>
              </a:buClr>
              <a:buSzPct val="25000"/>
            </a:pPr>
            <a:r>
              <a:rPr lang="en" sz="1600" b="1">
                <a:solidFill>
                  <a:schemeClr val="accent3"/>
                </a:solidFill>
                <a:latin typeface="Arial"/>
                <a:ea typeface="Arial"/>
                <a:cs typeface="Arial"/>
                <a:sym typeface="Arial"/>
              </a:rPr>
              <a:t>Control plane</a:t>
            </a:r>
          </a:p>
        </p:txBody>
      </p:sp>
      <p:sp>
        <p:nvSpPr>
          <p:cNvPr id="1376" name="Shape 1376"/>
          <p:cNvSpPr txBox="1"/>
          <p:nvPr/>
        </p:nvSpPr>
        <p:spPr>
          <a:xfrm>
            <a:off x="10126780" y="4170351"/>
            <a:ext cx="1722317" cy="615552"/>
          </a:xfrm>
          <a:prstGeom prst="rect">
            <a:avLst/>
          </a:prstGeom>
          <a:noFill/>
          <a:ln>
            <a:noFill/>
          </a:ln>
        </p:spPr>
        <p:txBody>
          <a:bodyPr lIns="121900" tIns="60933" rIns="121900" bIns="60933" anchor="t" anchorCtr="0">
            <a:noAutofit/>
          </a:bodyPr>
          <a:lstStyle/>
          <a:p>
            <a:pPr>
              <a:buClr>
                <a:schemeClr val="accent3"/>
              </a:buClr>
              <a:buSzPct val="25000"/>
            </a:pPr>
            <a:r>
              <a:rPr lang="en" sz="1600" b="1">
                <a:solidFill>
                  <a:schemeClr val="accent3"/>
                </a:solidFill>
                <a:latin typeface="Arial"/>
                <a:ea typeface="Arial"/>
                <a:cs typeface="Arial"/>
                <a:sym typeface="Arial"/>
              </a:rPr>
              <a:t>Multi-container apps</a:t>
            </a:r>
          </a:p>
        </p:txBody>
      </p:sp>
      <p:sp>
        <p:nvSpPr>
          <p:cNvPr id="1377" name="Shape 1377"/>
          <p:cNvSpPr txBox="1"/>
          <p:nvPr/>
        </p:nvSpPr>
        <p:spPr>
          <a:xfrm>
            <a:off x="7389834" y="4416750"/>
            <a:ext cx="2115164" cy="861775"/>
          </a:xfrm>
          <a:prstGeom prst="rect">
            <a:avLst/>
          </a:prstGeom>
          <a:noFill/>
          <a:ln>
            <a:noFill/>
          </a:ln>
        </p:spPr>
        <p:txBody>
          <a:bodyPr lIns="121900" tIns="60933" rIns="121900" bIns="60933" anchor="t" anchorCtr="0">
            <a:noAutofit/>
          </a:bodyPr>
          <a:lstStyle/>
          <a:p>
            <a:pPr>
              <a:buClr>
                <a:schemeClr val="accent3"/>
              </a:buClr>
              <a:buSzPct val="25000"/>
            </a:pPr>
            <a:r>
              <a:rPr lang="en" sz="1600" b="1">
                <a:solidFill>
                  <a:schemeClr val="accent3"/>
                </a:solidFill>
                <a:latin typeface="Arial"/>
                <a:ea typeface="Arial"/>
                <a:cs typeface="Arial"/>
                <a:sym typeface="Arial"/>
              </a:rPr>
              <a:t>Engines running on servers in cloud or datacenter</a:t>
            </a:r>
          </a:p>
        </p:txBody>
      </p:sp>
      <p:sp>
        <p:nvSpPr>
          <p:cNvPr id="1378" name="Shape 1378"/>
          <p:cNvSpPr txBox="1"/>
          <p:nvPr/>
        </p:nvSpPr>
        <p:spPr>
          <a:xfrm>
            <a:off x="5007747" y="5740343"/>
            <a:ext cx="1778316" cy="615552"/>
          </a:xfrm>
          <a:prstGeom prst="rect">
            <a:avLst/>
          </a:prstGeom>
          <a:noFill/>
          <a:ln>
            <a:noFill/>
          </a:ln>
        </p:spPr>
        <p:txBody>
          <a:bodyPr lIns="121900" tIns="60933" rIns="121900" bIns="60933" anchor="t" anchorCtr="0">
            <a:noAutofit/>
          </a:bodyPr>
          <a:lstStyle/>
          <a:p>
            <a:pPr>
              <a:buClr>
                <a:schemeClr val="accent3"/>
              </a:buClr>
              <a:buSzPct val="25000"/>
            </a:pPr>
            <a:r>
              <a:rPr lang="en" sz="1600" b="1">
                <a:solidFill>
                  <a:schemeClr val="accent3"/>
                </a:solidFill>
                <a:latin typeface="Arial"/>
                <a:ea typeface="Arial"/>
                <a:cs typeface="Arial"/>
                <a:sym typeface="Arial"/>
              </a:rPr>
              <a:t>Images stored in repos</a:t>
            </a:r>
          </a:p>
        </p:txBody>
      </p:sp>
      <p:sp>
        <p:nvSpPr>
          <p:cNvPr id="1379" name="Shape 1379"/>
          <p:cNvSpPr txBox="1"/>
          <p:nvPr/>
        </p:nvSpPr>
        <p:spPr>
          <a:xfrm>
            <a:off x="117959" y="4802773"/>
            <a:ext cx="1778316" cy="615552"/>
          </a:xfrm>
          <a:prstGeom prst="rect">
            <a:avLst/>
          </a:prstGeom>
          <a:noFill/>
          <a:ln>
            <a:noFill/>
          </a:ln>
        </p:spPr>
        <p:txBody>
          <a:bodyPr lIns="121900" tIns="60933" rIns="121900" bIns="60933" anchor="t" anchorCtr="0">
            <a:noAutofit/>
          </a:bodyPr>
          <a:lstStyle/>
          <a:p>
            <a:pPr>
              <a:buClr>
                <a:schemeClr val="accent3"/>
              </a:buClr>
              <a:buSzPct val="25000"/>
            </a:pPr>
            <a:r>
              <a:rPr lang="en" sz="1600" b="1">
                <a:solidFill>
                  <a:schemeClr val="accent3"/>
                </a:solidFill>
                <a:latin typeface="Arial"/>
                <a:ea typeface="Arial"/>
                <a:cs typeface="Arial"/>
                <a:sym typeface="Arial"/>
              </a:rPr>
              <a:t>Clients pull and push images</a:t>
            </a: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D65F7C-B978-4460-B1DE-19EABA23DAB4}"/>
              </a:ext>
            </a:extLst>
          </p:cNvPr>
          <p:cNvSpPr>
            <a:spLocks noGrp="1"/>
          </p:cNvSpPr>
          <p:nvPr>
            <p:ph type="ctrTitle"/>
          </p:nvPr>
        </p:nvSpPr>
        <p:spPr/>
        <p:txBody>
          <a:bodyPr/>
          <a:lstStyle/>
          <a:p>
            <a:r>
              <a:rPr lang="en-IN" dirty="0"/>
              <a:t>CI/CD with Docker and Jenkins</a:t>
            </a:r>
          </a:p>
        </p:txBody>
      </p:sp>
    </p:spTree>
    <p:extLst>
      <p:ext uri="{BB962C8B-B14F-4D97-AF65-F5344CB8AC3E}">
        <p14:creationId xmlns:p14="http://schemas.microsoft.com/office/powerpoint/2010/main" val="4098058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56A36-E4A7-4E22-8447-D008C3842E26}"/>
              </a:ext>
            </a:extLst>
          </p:cNvPr>
          <p:cNvSpPr>
            <a:spLocks noGrp="1"/>
          </p:cNvSpPr>
          <p:nvPr>
            <p:ph type="title"/>
          </p:nvPr>
        </p:nvSpPr>
        <p:spPr>
          <a:xfrm>
            <a:off x="688314" y="382380"/>
            <a:ext cx="9404723" cy="911351"/>
          </a:xfrm>
        </p:spPr>
        <p:txBody>
          <a:bodyPr/>
          <a:lstStyle/>
          <a:p>
            <a:r>
              <a:rPr lang="en-IN" dirty="0"/>
              <a:t>The CI/CD Landscape</a:t>
            </a:r>
          </a:p>
        </p:txBody>
      </p:sp>
      <p:grpSp>
        <p:nvGrpSpPr>
          <p:cNvPr id="6" name="Group 5">
            <a:extLst>
              <a:ext uri="{FF2B5EF4-FFF2-40B4-BE49-F238E27FC236}">
                <a16:creationId xmlns:a16="http://schemas.microsoft.com/office/drawing/2014/main" id="{9EEAB0B9-49B0-42E7-94B5-F82343D2AD78}"/>
              </a:ext>
            </a:extLst>
          </p:cNvPr>
          <p:cNvGrpSpPr/>
          <p:nvPr/>
        </p:nvGrpSpPr>
        <p:grpSpPr>
          <a:xfrm>
            <a:off x="143325" y="3122159"/>
            <a:ext cx="1183337" cy="1152750"/>
            <a:chOff x="1842868" y="2644726"/>
            <a:chExt cx="1235077" cy="1294620"/>
          </a:xfrm>
        </p:grpSpPr>
        <p:sp>
          <p:nvSpPr>
            <p:cNvPr id="4" name="Rectangle 3">
              <a:extLst>
                <a:ext uri="{FF2B5EF4-FFF2-40B4-BE49-F238E27FC236}">
                  <a16:creationId xmlns:a16="http://schemas.microsoft.com/office/drawing/2014/main" id="{4614A2C8-96D4-48BB-9E5B-3FA02A94763A}"/>
                </a:ext>
              </a:extLst>
            </p:cNvPr>
            <p:cNvSpPr/>
            <p:nvPr/>
          </p:nvSpPr>
          <p:spPr>
            <a:xfrm>
              <a:off x="1983545" y="2644726"/>
              <a:ext cx="759655" cy="784274"/>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&lt; /&gt;</a:t>
              </a:r>
            </a:p>
          </p:txBody>
        </p:sp>
        <p:sp>
          <p:nvSpPr>
            <p:cNvPr id="5" name="TextBox 4">
              <a:extLst>
                <a:ext uri="{FF2B5EF4-FFF2-40B4-BE49-F238E27FC236}">
                  <a16:creationId xmlns:a16="http://schemas.microsoft.com/office/drawing/2014/main" id="{D8E73561-DF20-4C69-A43A-DF18E0D08B0B}"/>
                </a:ext>
              </a:extLst>
            </p:cNvPr>
            <p:cNvSpPr txBox="1"/>
            <p:nvPr/>
          </p:nvSpPr>
          <p:spPr>
            <a:xfrm>
              <a:off x="1842868" y="3559126"/>
              <a:ext cx="1235077" cy="380220"/>
            </a:xfrm>
            <a:prstGeom prst="rect">
              <a:avLst/>
            </a:prstGeom>
            <a:noFill/>
          </p:spPr>
          <p:txBody>
            <a:bodyPr wrap="none" rtlCol="0">
              <a:spAutoFit/>
            </a:bodyPr>
            <a:lstStyle/>
            <a:p>
              <a:r>
                <a:rPr lang="en-IN" sz="1600" dirty="0" err="1"/>
                <a:t>Dockerfile</a:t>
              </a:r>
              <a:endParaRPr lang="en-IN" sz="1600" dirty="0"/>
            </a:p>
          </p:txBody>
        </p:sp>
      </p:grpSp>
      <p:grpSp>
        <p:nvGrpSpPr>
          <p:cNvPr id="45" name="Group 44">
            <a:extLst>
              <a:ext uri="{FF2B5EF4-FFF2-40B4-BE49-F238E27FC236}">
                <a16:creationId xmlns:a16="http://schemas.microsoft.com/office/drawing/2014/main" id="{688D2DCD-E0A5-411C-9162-91A18E3057AE}"/>
              </a:ext>
            </a:extLst>
          </p:cNvPr>
          <p:cNvGrpSpPr/>
          <p:nvPr/>
        </p:nvGrpSpPr>
        <p:grpSpPr>
          <a:xfrm>
            <a:off x="10093037" y="1956612"/>
            <a:ext cx="1575258" cy="3114507"/>
            <a:chOff x="10093037" y="1956612"/>
            <a:chExt cx="1575258" cy="3114507"/>
          </a:xfrm>
        </p:grpSpPr>
        <p:sp>
          <p:nvSpPr>
            <p:cNvPr id="12" name="Rectangle 11">
              <a:extLst>
                <a:ext uri="{FF2B5EF4-FFF2-40B4-BE49-F238E27FC236}">
                  <a16:creationId xmlns:a16="http://schemas.microsoft.com/office/drawing/2014/main" id="{3EFE4CD8-9E3A-40DB-ADE1-48983C74C3CD}"/>
                </a:ext>
              </a:extLst>
            </p:cNvPr>
            <p:cNvSpPr/>
            <p:nvPr/>
          </p:nvSpPr>
          <p:spPr>
            <a:xfrm>
              <a:off x="10093037" y="2549074"/>
              <a:ext cx="1575258" cy="252204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C8CE914-F230-425B-985E-436A4AD74B00}"/>
                </a:ext>
              </a:extLst>
            </p:cNvPr>
            <p:cNvSpPr txBox="1"/>
            <p:nvPr/>
          </p:nvSpPr>
          <p:spPr>
            <a:xfrm>
              <a:off x="10339089" y="1956612"/>
              <a:ext cx="984565" cy="369332"/>
            </a:xfrm>
            <a:prstGeom prst="rect">
              <a:avLst/>
            </a:prstGeom>
            <a:noFill/>
          </p:spPr>
          <p:txBody>
            <a:bodyPr wrap="none" rtlCol="0">
              <a:spAutoFit/>
            </a:bodyPr>
            <a:lstStyle/>
            <a:p>
              <a:r>
                <a:rPr lang="en-IN" dirty="0"/>
                <a:t>Deploy</a:t>
              </a:r>
            </a:p>
          </p:txBody>
        </p:sp>
        <p:pic>
          <p:nvPicPr>
            <p:cNvPr id="9224" name="Picture 8" descr="Kubernetes: Introduction &amp; Installastion Guide">
              <a:extLst>
                <a:ext uri="{FF2B5EF4-FFF2-40B4-BE49-F238E27FC236}">
                  <a16:creationId xmlns:a16="http://schemas.microsoft.com/office/drawing/2014/main" id="{4FF95794-7344-4CC0-B606-D1E0A9367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9392" y="4368570"/>
              <a:ext cx="689554" cy="574628"/>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Google Cloud — Worldvectorlogo">
              <a:extLst>
                <a:ext uri="{FF2B5EF4-FFF2-40B4-BE49-F238E27FC236}">
                  <a16:creationId xmlns:a16="http://schemas.microsoft.com/office/drawing/2014/main" id="{512772A2-9C85-42AC-B40B-07995E2A5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0089" y="3511020"/>
              <a:ext cx="648159" cy="574628"/>
            </a:xfrm>
            <a:prstGeom prst="rect">
              <a:avLst/>
            </a:prstGeom>
            <a:noFill/>
            <a:extLst>
              <a:ext uri="{909E8E84-426E-40DD-AFC4-6F175D3DCCD1}">
                <a14:hiddenFill xmlns:a14="http://schemas.microsoft.com/office/drawing/2010/main">
                  <a:solidFill>
                    <a:srgbClr val="FFFFFF"/>
                  </a:solidFill>
                </a14:hiddenFill>
              </a:ext>
            </a:extLst>
          </p:spPr>
        </p:pic>
        <p:pic>
          <p:nvPicPr>
            <p:cNvPr id="9228" name="Picture 12" descr="Fix Root FS related errors if your Linux EC2 instance fails the ...">
              <a:extLst>
                <a:ext uri="{FF2B5EF4-FFF2-40B4-BE49-F238E27FC236}">
                  <a16:creationId xmlns:a16="http://schemas.microsoft.com/office/drawing/2014/main" id="{9CE46759-EE54-4C45-A4BC-9F59965BA3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1237" y="2719343"/>
              <a:ext cx="891321" cy="5008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roup 17">
            <a:extLst>
              <a:ext uri="{FF2B5EF4-FFF2-40B4-BE49-F238E27FC236}">
                <a16:creationId xmlns:a16="http://schemas.microsoft.com/office/drawing/2014/main" id="{66502464-5688-4F0E-9224-C7E60664483B}"/>
              </a:ext>
            </a:extLst>
          </p:cNvPr>
          <p:cNvGrpSpPr/>
          <p:nvPr/>
        </p:nvGrpSpPr>
        <p:grpSpPr>
          <a:xfrm>
            <a:off x="3495143" y="2058419"/>
            <a:ext cx="1663843" cy="2884779"/>
            <a:chOff x="3452459" y="2111357"/>
            <a:chExt cx="1663843" cy="2884779"/>
          </a:xfrm>
        </p:grpSpPr>
        <p:sp>
          <p:nvSpPr>
            <p:cNvPr id="9" name="Rectangle 8">
              <a:extLst>
                <a:ext uri="{FF2B5EF4-FFF2-40B4-BE49-F238E27FC236}">
                  <a16:creationId xmlns:a16="http://schemas.microsoft.com/office/drawing/2014/main" id="{788FD9D8-04D2-44A2-AF87-B4BD48BBCB04}"/>
                </a:ext>
              </a:extLst>
            </p:cNvPr>
            <p:cNvSpPr/>
            <p:nvPr/>
          </p:nvSpPr>
          <p:spPr>
            <a:xfrm>
              <a:off x="3452459" y="2560450"/>
              <a:ext cx="1663843" cy="243568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7173961-97A6-4224-A640-401541DE112F}"/>
                </a:ext>
              </a:extLst>
            </p:cNvPr>
            <p:cNvSpPr txBox="1"/>
            <p:nvPr/>
          </p:nvSpPr>
          <p:spPr>
            <a:xfrm>
              <a:off x="3870571" y="2111357"/>
              <a:ext cx="710451" cy="369332"/>
            </a:xfrm>
            <a:prstGeom prst="rect">
              <a:avLst/>
            </a:prstGeom>
            <a:noFill/>
          </p:spPr>
          <p:txBody>
            <a:bodyPr wrap="none" rtlCol="0">
              <a:spAutoFit/>
            </a:bodyPr>
            <a:lstStyle/>
            <a:p>
              <a:r>
                <a:rPr lang="en-IN" dirty="0"/>
                <a:t>Build</a:t>
              </a:r>
            </a:p>
          </p:txBody>
        </p:sp>
        <p:pic>
          <p:nvPicPr>
            <p:cNvPr id="21" name="Picture 4" descr="Jenkins and PowerShell: Take Back Control of Your Scripts">
              <a:extLst>
                <a:ext uri="{FF2B5EF4-FFF2-40B4-BE49-F238E27FC236}">
                  <a16:creationId xmlns:a16="http://schemas.microsoft.com/office/drawing/2014/main" id="{01F74CDA-D0B5-45C8-B785-EEAC914F4E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4635" y="4077153"/>
              <a:ext cx="823034" cy="82303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Docker Tutorial - Basic Concepts, Components and Advantages">
              <a:extLst>
                <a:ext uri="{FF2B5EF4-FFF2-40B4-BE49-F238E27FC236}">
                  <a16:creationId xmlns:a16="http://schemas.microsoft.com/office/drawing/2014/main" id="{DD8FEEE5-2020-4776-B088-EF8931A20B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5345" y="3080184"/>
              <a:ext cx="1246623" cy="6981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16">
            <a:extLst>
              <a:ext uri="{FF2B5EF4-FFF2-40B4-BE49-F238E27FC236}">
                <a16:creationId xmlns:a16="http://schemas.microsoft.com/office/drawing/2014/main" id="{C1EC3010-FF7F-48E9-B351-EA4C2866E5F3}"/>
              </a:ext>
            </a:extLst>
          </p:cNvPr>
          <p:cNvGrpSpPr/>
          <p:nvPr/>
        </p:nvGrpSpPr>
        <p:grpSpPr>
          <a:xfrm>
            <a:off x="5415118" y="2023278"/>
            <a:ext cx="1686153" cy="2972858"/>
            <a:chOff x="5415118" y="2023278"/>
            <a:chExt cx="1686153" cy="2972858"/>
          </a:xfrm>
        </p:grpSpPr>
        <p:sp>
          <p:nvSpPr>
            <p:cNvPr id="26" name="Rectangle 25">
              <a:extLst>
                <a:ext uri="{FF2B5EF4-FFF2-40B4-BE49-F238E27FC236}">
                  <a16:creationId xmlns:a16="http://schemas.microsoft.com/office/drawing/2014/main" id="{97BE6022-2DC7-4C95-8D25-55CF131EDD3E}"/>
                </a:ext>
              </a:extLst>
            </p:cNvPr>
            <p:cNvSpPr/>
            <p:nvPr/>
          </p:nvSpPr>
          <p:spPr>
            <a:xfrm>
              <a:off x="5415118" y="2560450"/>
              <a:ext cx="1686153" cy="243568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6" descr="Docker Tutorial - Basic Concepts, Components and Advantages">
              <a:extLst>
                <a:ext uri="{FF2B5EF4-FFF2-40B4-BE49-F238E27FC236}">
                  <a16:creationId xmlns:a16="http://schemas.microsoft.com/office/drawing/2014/main" id="{371C54DC-BD7E-4C2A-8C64-AC2B4E5286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4078" y="3122157"/>
              <a:ext cx="1246623" cy="6981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9AF87A65-7364-4582-95EB-0F4EAF2D2814}"/>
                </a:ext>
              </a:extLst>
            </p:cNvPr>
            <p:cNvSpPr txBox="1"/>
            <p:nvPr/>
          </p:nvSpPr>
          <p:spPr>
            <a:xfrm>
              <a:off x="6031393" y="2023278"/>
              <a:ext cx="601447" cy="369332"/>
            </a:xfrm>
            <a:prstGeom prst="rect">
              <a:avLst/>
            </a:prstGeom>
            <a:noFill/>
          </p:spPr>
          <p:txBody>
            <a:bodyPr wrap="none" rtlCol="0">
              <a:spAutoFit/>
            </a:bodyPr>
            <a:lstStyle/>
            <a:p>
              <a:r>
                <a:rPr lang="en-IN" dirty="0"/>
                <a:t>Test</a:t>
              </a:r>
            </a:p>
          </p:txBody>
        </p:sp>
      </p:grpSp>
      <p:grpSp>
        <p:nvGrpSpPr>
          <p:cNvPr id="16" name="Group 15">
            <a:extLst>
              <a:ext uri="{FF2B5EF4-FFF2-40B4-BE49-F238E27FC236}">
                <a16:creationId xmlns:a16="http://schemas.microsoft.com/office/drawing/2014/main" id="{0879DBC7-FE96-4660-83E4-A74D727B3467}"/>
              </a:ext>
            </a:extLst>
          </p:cNvPr>
          <p:cNvGrpSpPr/>
          <p:nvPr/>
        </p:nvGrpSpPr>
        <p:grpSpPr>
          <a:xfrm>
            <a:off x="7383926" y="1945236"/>
            <a:ext cx="1732164" cy="3039524"/>
            <a:chOff x="7383926" y="1945236"/>
            <a:chExt cx="1732164" cy="3039524"/>
          </a:xfrm>
        </p:grpSpPr>
        <p:sp>
          <p:nvSpPr>
            <p:cNvPr id="11" name="Rectangle 10">
              <a:extLst>
                <a:ext uri="{FF2B5EF4-FFF2-40B4-BE49-F238E27FC236}">
                  <a16:creationId xmlns:a16="http://schemas.microsoft.com/office/drawing/2014/main" id="{3EC6BE81-FBF8-4E7D-91D5-57E13CD41979}"/>
                </a:ext>
              </a:extLst>
            </p:cNvPr>
            <p:cNvSpPr/>
            <p:nvPr/>
          </p:nvSpPr>
          <p:spPr>
            <a:xfrm>
              <a:off x="7383926" y="2549074"/>
              <a:ext cx="1732164" cy="243568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1FB2BB9-C0F4-48B0-B797-EF83A0A753CE}"/>
                </a:ext>
              </a:extLst>
            </p:cNvPr>
            <p:cNvSpPr txBox="1"/>
            <p:nvPr/>
          </p:nvSpPr>
          <p:spPr>
            <a:xfrm>
              <a:off x="7720893" y="1945236"/>
              <a:ext cx="1069524" cy="369332"/>
            </a:xfrm>
            <a:prstGeom prst="rect">
              <a:avLst/>
            </a:prstGeom>
            <a:noFill/>
          </p:spPr>
          <p:txBody>
            <a:bodyPr wrap="none" rtlCol="0">
              <a:spAutoFit/>
            </a:bodyPr>
            <a:lstStyle/>
            <a:p>
              <a:r>
                <a:rPr lang="en-IN" dirty="0"/>
                <a:t>Release</a:t>
              </a:r>
            </a:p>
          </p:txBody>
        </p:sp>
        <p:pic>
          <p:nvPicPr>
            <p:cNvPr id="9232" name="Picture 16" descr="Docker Hub Introduction Tutorial - YouTube">
              <a:extLst>
                <a:ext uri="{FF2B5EF4-FFF2-40B4-BE49-F238E27FC236}">
                  <a16:creationId xmlns:a16="http://schemas.microsoft.com/office/drawing/2014/main" id="{B1FE2203-6761-4F76-8079-9DEC4F9AB5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8314" y="3874950"/>
              <a:ext cx="1428750" cy="8001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Docker Tutorial - Basic Concepts, Components and Advantages">
              <a:extLst>
                <a:ext uri="{FF2B5EF4-FFF2-40B4-BE49-F238E27FC236}">
                  <a16:creationId xmlns:a16="http://schemas.microsoft.com/office/drawing/2014/main" id="{2564B477-E187-40FC-9C76-178AE0EA94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70651" y="3059588"/>
              <a:ext cx="1246623" cy="6981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4" name="Group 43">
            <a:extLst>
              <a:ext uri="{FF2B5EF4-FFF2-40B4-BE49-F238E27FC236}">
                <a16:creationId xmlns:a16="http://schemas.microsoft.com/office/drawing/2014/main" id="{B453DEC5-970B-47D6-80F9-0D88DA76BA7E}"/>
              </a:ext>
            </a:extLst>
          </p:cNvPr>
          <p:cNvGrpSpPr/>
          <p:nvPr/>
        </p:nvGrpSpPr>
        <p:grpSpPr>
          <a:xfrm>
            <a:off x="1512560" y="2023279"/>
            <a:ext cx="1481797" cy="2919919"/>
            <a:chOff x="1512560" y="2023279"/>
            <a:chExt cx="1481797" cy="2919919"/>
          </a:xfrm>
        </p:grpSpPr>
        <p:sp>
          <p:nvSpPr>
            <p:cNvPr id="7" name="Rectangle 6">
              <a:extLst>
                <a:ext uri="{FF2B5EF4-FFF2-40B4-BE49-F238E27FC236}">
                  <a16:creationId xmlns:a16="http://schemas.microsoft.com/office/drawing/2014/main" id="{6EC2E3C7-95AC-4A41-B18D-0FDD1149940D}"/>
                </a:ext>
              </a:extLst>
            </p:cNvPr>
            <p:cNvSpPr/>
            <p:nvPr/>
          </p:nvSpPr>
          <p:spPr>
            <a:xfrm>
              <a:off x="1512560" y="2507512"/>
              <a:ext cx="1481797" cy="243568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218" name="Picture 2" descr="How does git work internally - Shalitha Suranga - Medium">
              <a:extLst>
                <a:ext uri="{FF2B5EF4-FFF2-40B4-BE49-F238E27FC236}">
                  <a16:creationId xmlns:a16="http://schemas.microsoft.com/office/drawing/2014/main" id="{1F9508F5-D050-44BA-8381-1A39D08499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8644" y="4265984"/>
              <a:ext cx="1176235" cy="49009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F6C667A-2233-459A-A8C6-DD4BFEEB4D49}"/>
                </a:ext>
              </a:extLst>
            </p:cNvPr>
            <p:cNvSpPr txBox="1"/>
            <p:nvPr/>
          </p:nvSpPr>
          <p:spPr>
            <a:xfrm>
              <a:off x="2212613" y="2023279"/>
              <a:ext cx="699230" cy="369332"/>
            </a:xfrm>
            <a:prstGeom prst="rect">
              <a:avLst/>
            </a:prstGeom>
            <a:noFill/>
          </p:spPr>
          <p:txBody>
            <a:bodyPr wrap="none" rtlCol="0">
              <a:spAutoFit/>
            </a:bodyPr>
            <a:lstStyle/>
            <a:p>
              <a:r>
                <a:rPr lang="en-IN" dirty="0"/>
                <a:t>SCM</a:t>
              </a:r>
            </a:p>
          </p:txBody>
        </p:sp>
        <p:sp>
          <p:nvSpPr>
            <p:cNvPr id="34" name="Rectangle 33">
              <a:extLst>
                <a:ext uri="{FF2B5EF4-FFF2-40B4-BE49-F238E27FC236}">
                  <a16:creationId xmlns:a16="http://schemas.microsoft.com/office/drawing/2014/main" id="{794A5AEE-A62B-471C-A163-5654776106D6}"/>
                </a:ext>
              </a:extLst>
            </p:cNvPr>
            <p:cNvSpPr/>
            <p:nvPr/>
          </p:nvSpPr>
          <p:spPr>
            <a:xfrm>
              <a:off x="1849852" y="3066962"/>
              <a:ext cx="727831" cy="69833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&lt; /&gt;</a:t>
              </a:r>
            </a:p>
          </p:txBody>
        </p:sp>
        <p:sp>
          <p:nvSpPr>
            <p:cNvPr id="35" name="TextBox 34">
              <a:extLst>
                <a:ext uri="{FF2B5EF4-FFF2-40B4-BE49-F238E27FC236}">
                  <a16:creationId xmlns:a16="http://schemas.microsoft.com/office/drawing/2014/main" id="{B5F59A70-23C7-44CD-AD9E-628F54040540}"/>
                </a:ext>
              </a:extLst>
            </p:cNvPr>
            <p:cNvSpPr txBox="1"/>
            <p:nvPr/>
          </p:nvSpPr>
          <p:spPr>
            <a:xfrm>
              <a:off x="1715068" y="3881158"/>
              <a:ext cx="1183337" cy="338554"/>
            </a:xfrm>
            <a:prstGeom prst="rect">
              <a:avLst/>
            </a:prstGeom>
            <a:noFill/>
          </p:spPr>
          <p:txBody>
            <a:bodyPr wrap="none" rtlCol="0">
              <a:spAutoFit/>
            </a:bodyPr>
            <a:lstStyle/>
            <a:p>
              <a:r>
                <a:rPr lang="en-IN" sz="1600" dirty="0" err="1"/>
                <a:t>Dockerfile</a:t>
              </a:r>
              <a:endParaRPr lang="en-IN" sz="1600" dirty="0"/>
            </a:p>
          </p:txBody>
        </p:sp>
      </p:grpSp>
      <p:cxnSp>
        <p:nvCxnSpPr>
          <p:cNvPr id="24" name="Straight Arrow Connector 23">
            <a:extLst>
              <a:ext uri="{FF2B5EF4-FFF2-40B4-BE49-F238E27FC236}">
                <a16:creationId xmlns:a16="http://schemas.microsoft.com/office/drawing/2014/main" id="{7B791503-BA0B-448E-8925-06C00C67E8A0}"/>
              </a:ext>
            </a:extLst>
          </p:cNvPr>
          <p:cNvCxnSpPr>
            <a:stCxn id="4" idx="3"/>
          </p:cNvCxnSpPr>
          <p:nvPr/>
        </p:nvCxnSpPr>
        <p:spPr>
          <a:xfrm flipV="1">
            <a:off x="1005940" y="3471211"/>
            <a:ext cx="827515" cy="113"/>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CDF6AEC-1022-4171-B687-7AC07E8B1492}"/>
              </a:ext>
            </a:extLst>
          </p:cNvPr>
          <p:cNvCxnSpPr>
            <a:cxnSpLocks/>
          </p:cNvCxnSpPr>
          <p:nvPr/>
        </p:nvCxnSpPr>
        <p:spPr>
          <a:xfrm>
            <a:off x="2644692" y="3317366"/>
            <a:ext cx="1029746" cy="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7EB132F-B2D0-473E-AAF3-FCB21302053D}"/>
              </a:ext>
            </a:extLst>
          </p:cNvPr>
          <p:cNvCxnSpPr>
            <a:stCxn id="23" idx="3"/>
            <a:endCxn id="22" idx="1"/>
          </p:cNvCxnSpPr>
          <p:nvPr/>
        </p:nvCxnSpPr>
        <p:spPr>
          <a:xfrm>
            <a:off x="4944652" y="3376301"/>
            <a:ext cx="639426" cy="94911"/>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743E52D-C91B-4F8D-8369-E70DB94BE538}"/>
              </a:ext>
            </a:extLst>
          </p:cNvPr>
          <p:cNvCxnSpPr>
            <a:stCxn id="22" idx="3"/>
            <a:endCxn id="28" idx="1"/>
          </p:cNvCxnSpPr>
          <p:nvPr/>
        </p:nvCxnSpPr>
        <p:spPr>
          <a:xfrm flipV="1">
            <a:off x="6830701" y="3408643"/>
            <a:ext cx="739950" cy="6256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F06F5D7-E00F-4C4C-8580-C528467C6502}"/>
              </a:ext>
            </a:extLst>
          </p:cNvPr>
          <p:cNvCxnSpPr>
            <a:stCxn id="28" idx="3"/>
          </p:cNvCxnSpPr>
          <p:nvPr/>
        </p:nvCxnSpPr>
        <p:spPr>
          <a:xfrm>
            <a:off x="8817274" y="3408643"/>
            <a:ext cx="1275763" cy="748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141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DA8B-02F0-424D-B246-BDCC5AC4D2B6}"/>
              </a:ext>
            </a:extLst>
          </p:cNvPr>
          <p:cNvSpPr>
            <a:spLocks noGrp="1"/>
          </p:cNvSpPr>
          <p:nvPr>
            <p:ph type="title"/>
          </p:nvPr>
        </p:nvSpPr>
        <p:spPr/>
        <p:txBody>
          <a:bodyPr/>
          <a:lstStyle/>
          <a:p>
            <a:r>
              <a:rPr lang="en-IN" dirty="0"/>
              <a:t>The Demo Application</a:t>
            </a:r>
          </a:p>
        </p:txBody>
      </p:sp>
      <p:sp>
        <p:nvSpPr>
          <p:cNvPr id="5" name="Rectangle 4">
            <a:extLst>
              <a:ext uri="{FF2B5EF4-FFF2-40B4-BE49-F238E27FC236}">
                <a16:creationId xmlns:a16="http://schemas.microsoft.com/office/drawing/2014/main" id="{ED3E1626-B7E7-48FB-94B5-F69147273D36}"/>
              </a:ext>
            </a:extLst>
          </p:cNvPr>
          <p:cNvSpPr/>
          <p:nvPr/>
        </p:nvSpPr>
        <p:spPr>
          <a:xfrm>
            <a:off x="844062" y="1758462"/>
            <a:ext cx="5251938" cy="464682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8EE7D7F-C466-4822-96EA-9BBC429BCAD4}"/>
              </a:ext>
            </a:extLst>
          </p:cNvPr>
          <p:cNvSpPr/>
          <p:nvPr/>
        </p:nvSpPr>
        <p:spPr>
          <a:xfrm>
            <a:off x="984738" y="5643084"/>
            <a:ext cx="5008098" cy="6473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Infrastructure</a:t>
            </a:r>
          </a:p>
        </p:txBody>
      </p:sp>
      <p:sp>
        <p:nvSpPr>
          <p:cNvPr id="7" name="Rectangle 6">
            <a:extLst>
              <a:ext uri="{FF2B5EF4-FFF2-40B4-BE49-F238E27FC236}">
                <a16:creationId xmlns:a16="http://schemas.microsoft.com/office/drawing/2014/main" id="{1B1DB0DA-5DA1-481A-95DC-2C480F368AF3}"/>
              </a:ext>
            </a:extLst>
          </p:cNvPr>
          <p:cNvSpPr/>
          <p:nvPr/>
        </p:nvSpPr>
        <p:spPr>
          <a:xfrm>
            <a:off x="984235" y="4965024"/>
            <a:ext cx="5008098" cy="66118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Host OS</a:t>
            </a:r>
          </a:p>
        </p:txBody>
      </p:sp>
      <p:sp>
        <p:nvSpPr>
          <p:cNvPr id="13" name="Rectangle 12">
            <a:extLst>
              <a:ext uri="{FF2B5EF4-FFF2-40B4-BE49-F238E27FC236}">
                <a16:creationId xmlns:a16="http://schemas.microsoft.com/office/drawing/2014/main" id="{5DF8324E-401C-457A-A31D-4B015890736D}"/>
              </a:ext>
            </a:extLst>
          </p:cNvPr>
          <p:cNvSpPr/>
          <p:nvPr/>
        </p:nvSpPr>
        <p:spPr>
          <a:xfrm>
            <a:off x="6440658" y="1758462"/>
            <a:ext cx="5251938" cy="464682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3345E32-92AD-4932-A671-F766D7C6B6D8}"/>
              </a:ext>
            </a:extLst>
          </p:cNvPr>
          <p:cNvSpPr/>
          <p:nvPr/>
        </p:nvSpPr>
        <p:spPr>
          <a:xfrm>
            <a:off x="6553198" y="5416062"/>
            <a:ext cx="5008098" cy="87433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Infrastructure</a:t>
            </a:r>
          </a:p>
        </p:txBody>
      </p:sp>
      <p:sp>
        <p:nvSpPr>
          <p:cNvPr id="15" name="Rectangle 14">
            <a:extLst>
              <a:ext uri="{FF2B5EF4-FFF2-40B4-BE49-F238E27FC236}">
                <a16:creationId xmlns:a16="http://schemas.microsoft.com/office/drawing/2014/main" id="{2F1FDAC0-AC78-4FDA-BE14-9CE43A94B6B0}"/>
              </a:ext>
            </a:extLst>
          </p:cNvPr>
          <p:cNvSpPr/>
          <p:nvPr/>
        </p:nvSpPr>
        <p:spPr>
          <a:xfrm>
            <a:off x="6562578" y="4541728"/>
            <a:ext cx="5008098" cy="87433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Host OS</a:t>
            </a:r>
          </a:p>
        </p:txBody>
      </p:sp>
      <p:sp>
        <p:nvSpPr>
          <p:cNvPr id="21" name="Rectangle 20">
            <a:extLst>
              <a:ext uri="{FF2B5EF4-FFF2-40B4-BE49-F238E27FC236}">
                <a16:creationId xmlns:a16="http://schemas.microsoft.com/office/drawing/2014/main" id="{50628672-DC8E-4CEE-9F0D-C1A316C7E0FE}"/>
              </a:ext>
            </a:extLst>
          </p:cNvPr>
          <p:cNvSpPr/>
          <p:nvPr/>
        </p:nvSpPr>
        <p:spPr>
          <a:xfrm>
            <a:off x="6562578" y="3846549"/>
            <a:ext cx="5008098" cy="67248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Docker</a:t>
            </a:r>
          </a:p>
        </p:txBody>
      </p:sp>
      <p:sp>
        <p:nvSpPr>
          <p:cNvPr id="22" name="Rectangle 21">
            <a:extLst>
              <a:ext uri="{FF2B5EF4-FFF2-40B4-BE49-F238E27FC236}">
                <a16:creationId xmlns:a16="http://schemas.microsoft.com/office/drawing/2014/main" id="{9C97F888-4C92-47EA-8825-20310E4E36FF}"/>
              </a:ext>
            </a:extLst>
          </p:cNvPr>
          <p:cNvSpPr/>
          <p:nvPr/>
        </p:nvSpPr>
        <p:spPr>
          <a:xfrm>
            <a:off x="6581334" y="2061541"/>
            <a:ext cx="2475914" cy="1678615"/>
          </a:xfrm>
          <a:prstGeom prst="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Rectangle 22">
            <a:extLst>
              <a:ext uri="{FF2B5EF4-FFF2-40B4-BE49-F238E27FC236}">
                <a16:creationId xmlns:a16="http://schemas.microsoft.com/office/drawing/2014/main" id="{117101D4-B6C9-431E-AC41-6A8F862E285F}"/>
              </a:ext>
            </a:extLst>
          </p:cNvPr>
          <p:cNvSpPr/>
          <p:nvPr/>
        </p:nvSpPr>
        <p:spPr>
          <a:xfrm>
            <a:off x="9113518" y="2061541"/>
            <a:ext cx="2475914" cy="1678615"/>
          </a:xfrm>
          <a:prstGeom prst="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3CFC9B3C-0570-48D2-9FFA-C0742D32CC23}"/>
              </a:ext>
            </a:extLst>
          </p:cNvPr>
          <p:cNvSpPr/>
          <p:nvPr/>
        </p:nvSpPr>
        <p:spPr>
          <a:xfrm>
            <a:off x="7072530" y="2721394"/>
            <a:ext cx="1861625" cy="58029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Tomcat</a:t>
            </a:r>
          </a:p>
        </p:txBody>
      </p:sp>
      <p:sp>
        <p:nvSpPr>
          <p:cNvPr id="19" name="Rectangle 18">
            <a:extLst>
              <a:ext uri="{FF2B5EF4-FFF2-40B4-BE49-F238E27FC236}">
                <a16:creationId xmlns:a16="http://schemas.microsoft.com/office/drawing/2014/main" id="{EBD80539-932D-4134-869E-216788A67C45}"/>
              </a:ext>
            </a:extLst>
          </p:cNvPr>
          <p:cNvSpPr/>
          <p:nvPr/>
        </p:nvSpPr>
        <p:spPr>
          <a:xfrm>
            <a:off x="7053774" y="2078343"/>
            <a:ext cx="1861625" cy="58029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TestWebApp</a:t>
            </a:r>
            <a:endParaRPr lang="en-IN" dirty="0"/>
          </a:p>
        </p:txBody>
      </p:sp>
      <p:sp>
        <p:nvSpPr>
          <p:cNvPr id="24" name="Rectangle 23">
            <a:extLst>
              <a:ext uri="{FF2B5EF4-FFF2-40B4-BE49-F238E27FC236}">
                <a16:creationId xmlns:a16="http://schemas.microsoft.com/office/drawing/2014/main" id="{BAFDE69F-17D8-4F6B-A209-39DABAD33631}"/>
              </a:ext>
            </a:extLst>
          </p:cNvPr>
          <p:cNvSpPr/>
          <p:nvPr/>
        </p:nvSpPr>
        <p:spPr>
          <a:xfrm>
            <a:off x="9420662" y="2741791"/>
            <a:ext cx="1861625" cy="58029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Tomcat</a:t>
            </a:r>
          </a:p>
        </p:txBody>
      </p:sp>
      <p:sp>
        <p:nvSpPr>
          <p:cNvPr id="25" name="Rectangle 24">
            <a:extLst>
              <a:ext uri="{FF2B5EF4-FFF2-40B4-BE49-F238E27FC236}">
                <a16:creationId xmlns:a16="http://schemas.microsoft.com/office/drawing/2014/main" id="{E16E0A5A-C552-460D-9700-9C63307F4441}"/>
              </a:ext>
            </a:extLst>
          </p:cNvPr>
          <p:cNvSpPr/>
          <p:nvPr/>
        </p:nvSpPr>
        <p:spPr>
          <a:xfrm>
            <a:off x="9401906" y="2098740"/>
            <a:ext cx="1861625" cy="58029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TestWebApp</a:t>
            </a:r>
            <a:endParaRPr lang="en-IN" dirty="0"/>
          </a:p>
        </p:txBody>
      </p:sp>
      <p:sp>
        <p:nvSpPr>
          <p:cNvPr id="26" name="TextBox 25">
            <a:extLst>
              <a:ext uri="{FF2B5EF4-FFF2-40B4-BE49-F238E27FC236}">
                <a16:creationId xmlns:a16="http://schemas.microsoft.com/office/drawing/2014/main" id="{2680F237-0F3E-4663-90C1-DA4ED855C082}"/>
              </a:ext>
            </a:extLst>
          </p:cNvPr>
          <p:cNvSpPr txBox="1"/>
          <p:nvPr/>
        </p:nvSpPr>
        <p:spPr>
          <a:xfrm>
            <a:off x="7018704" y="3336255"/>
            <a:ext cx="1787669" cy="369332"/>
          </a:xfrm>
          <a:prstGeom prst="rect">
            <a:avLst/>
          </a:prstGeom>
          <a:noFill/>
        </p:spPr>
        <p:txBody>
          <a:bodyPr wrap="none" rtlCol="0">
            <a:spAutoFit/>
          </a:bodyPr>
          <a:lstStyle/>
          <a:p>
            <a:r>
              <a:rPr lang="en-IN" dirty="0">
                <a:solidFill>
                  <a:srgbClr val="002060"/>
                </a:solidFill>
              </a:rPr>
              <a:t>Docker Image</a:t>
            </a:r>
          </a:p>
        </p:txBody>
      </p:sp>
      <p:sp>
        <p:nvSpPr>
          <p:cNvPr id="27" name="TextBox 26">
            <a:extLst>
              <a:ext uri="{FF2B5EF4-FFF2-40B4-BE49-F238E27FC236}">
                <a16:creationId xmlns:a16="http://schemas.microsoft.com/office/drawing/2014/main" id="{6A122EE9-B6E2-4AA9-A31C-D5746B403D88}"/>
              </a:ext>
            </a:extLst>
          </p:cNvPr>
          <p:cNvSpPr txBox="1"/>
          <p:nvPr/>
        </p:nvSpPr>
        <p:spPr>
          <a:xfrm>
            <a:off x="9401906" y="3351179"/>
            <a:ext cx="1787669" cy="369332"/>
          </a:xfrm>
          <a:prstGeom prst="rect">
            <a:avLst/>
          </a:prstGeom>
          <a:noFill/>
        </p:spPr>
        <p:txBody>
          <a:bodyPr wrap="none" rtlCol="0">
            <a:spAutoFit/>
          </a:bodyPr>
          <a:lstStyle/>
          <a:p>
            <a:r>
              <a:rPr lang="en-IN" dirty="0">
                <a:solidFill>
                  <a:srgbClr val="002060"/>
                </a:solidFill>
              </a:rPr>
              <a:t>Docker Image</a:t>
            </a:r>
          </a:p>
        </p:txBody>
      </p:sp>
      <p:cxnSp>
        <p:nvCxnSpPr>
          <p:cNvPr id="29" name="Straight Connector 28">
            <a:extLst>
              <a:ext uri="{FF2B5EF4-FFF2-40B4-BE49-F238E27FC236}">
                <a16:creationId xmlns:a16="http://schemas.microsoft.com/office/drawing/2014/main" id="{CE907F2F-6C65-4CF0-9649-3DE2B634B02B}"/>
              </a:ext>
            </a:extLst>
          </p:cNvPr>
          <p:cNvCxnSpPr/>
          <p:nvPr/>
        </p:nvCxnSpPr>
        <p:spPr>
          <a:xfrm>
            <a:off x="6302326" y="1364069"/>
            <a:ext cx="0" cy="5493931"/>
          </a:xfrm>
          <a:prstGeom prst="line">
            <a:avLst/>
          </a:prstGeom>
          <a:ln w="47625">
            <a:solidFill>
              <a:srgbClr val="FFC000"/>
            </a:solidFill>
            <a:prstDash val="dash"/>
          </a:ln>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7DBBA922-7C4C-450A-8ED3-D87989EB0D59}"/>
              </a:ext>
            </a:extLst>
          </p:cNvPr>
          <p:cNvSpPr txBox="1"/>
          <p:nvPr/>
        </p:nvSpPr>
        <p:spPr>
          <a:xfrm>
            <a:off x="2307102" y="1304681"/>
            <a:ext cx="1912703" cy="369332"/>
          </a:xfrm>
          <a:prstGeom prst="rect">
            <a:avLst/>
          </a:prstGeom>
          <a:noFill/>
        </p:spPr>
        <p:txBody>
          <a:bodyPr wrap="none" rtlCol="0">
            <a:spAutoFit/>
          </a:bodyPr>
          <a:lstStyle/>
          <a:p>
            <a:r>
              <a:rPr lang="en-IN" dirty="0"/>
              <a:t>Without Docker</a:t>
            </a:r>
          </a:p>
        </p:txBody>
      </p:sp>
      <p:sp>
        <p:nvSpPr>
          <p:cNvPr id="31" name="TextBox 30">
            <a:extLst>
              <a:ext uri="{FF2B5EF4-FFF2-40B4-BE49-F238E27FC236}">
                <a16:creationId xmlns:a16="http://schemas.microsoft.com/office/drawing/2014/main" id="{380DFF30-D533-40AA-8C51-59D0BEB00B90}"/>
              </a:ext>
            </a:extLst>
          </p:cNvPr>
          <p:cNvSpPr txBox="1"/>
          <p:nvPr/>
        </p:nvSpPr>
        <p:spPr>
          <a:xfrm>
            <a:off x="7819291" y="1280681"/>
            <a:ext cx="1542410" cy="369332"/>
          </a:xfrm>
          <a:prstGeom prst="rect">
            <a:avLst/>
          </a:prstGeom>
          <a:noFill/>
        </p:spPr>
        <p:txBody>
          <a:bodyPr wrap="none" rtlCol="0">
            <a:spAutoFit/>
          </a:bodyPr>
          <a:lstStyle/>
          <a:p>
            <a:r>
              <a:rPr lang="en-IN" dirty="0"/>
              <a:t>With Docker</a:t>
            </a:r>
          </a:p>
        </p:txBody>
      </p:sp>
      <p:sp>
        <p:nvSpPr>
          <p:cNvPr id="28" name="Rectangle 27">
            <a:extLst>
              <a:ext uri="{FF2B5EF4-FFF2-40B4-BE49-F238E27FC236}">
                <a16:creationId xmlns:a16="http://schemas.microsoft.com/office/drawing/2014/main" id="{7B85BD24-DEAC-4B85-BDDA-DC39C95CF844}"/>
              </a:ext>
            </a:extLst>
          </p:cNvPr>
          <p:cNvSpPr/>
          <p:nvPr/>
        </p:nvSpPr>
        <p:spPr>
          <a:xfrm>
            <a:off x="979547" y="4427700"/>
            <a:ext cx="5008098" cy="56785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Hypervisor</a:t>
            </a:r>
          </a:p>
        </p:txBody>
      </p:sp>
      <p:grpSp>
        <p:nvGrpSpPr>
          <p:cNvPr id="4" name="Group 3">
            <a:extLst>
              <a:ext uri="{FF2B5EF4-FFF2-40B4-BE49-F238E27FC236}">
                <a16:creationId xmlns:a16="http://schemas.microsoft.com/office/drawing/2014/main" id="{0A6D6011-33DB-44F6-ABA2-33FC33942D92}"/>
              </a:ext>
            </a:extLst>
          </p:cNvPr>
          <p:cNvGrpSpPr/>
          <p:nvPr/>
        </p:nvGrpSpPr>
        <p:grpSpPr>
          <a:xfrm>
            <a:off x="984235" y="2632348"/>
            <a:ext cx="2475914" cy="1678615"/>
            <a:chOff x="984235" y="2632348"/>
            <a:chExt cx="2475914" cy="1678615"/>
          </a:xfrm>
        </p:grpSpPr>
        <p:sp>
          <p:nvSpPr>
            <p:cNvPr id="32" name="Rectangle 31">
              <a:extLst>
                <a:ext uri="{FF2B5EF4-FFF2-40B4-BE49-F238E27FC236}">
                  <a16:creationId xmlns:a16="http://schemas.microsoft.com/office/drawing/2014/main" id="{50E910D8-53E4-4F63-8413-7A410F787040}"/>
                </a:ext>
              </a:extLst>
            </p:cNvPr>
            <p:cNvSpPr/>
            <p:nvPr/>
          </p:nvSpPr>
          <p:spPr>
            <a:xfrm>
              <a:off x="984235" y="2632348"/>
              <a:ext cx="2475914" cy="1678615"/>
            </a:xfrm>
            <a:prstGeom prst="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Rectangle 32">
              <a:extLst>
                <a:ext uri="{FF2B5EF4-FFF2-40B4-BE49-F238E27FC236}">
                  <a16:creationId xmlns:a16="http://schemas.microsoft.com/office/drawing/2014/main" id="{2AA3782D-3D87-4483-A134-ABD6952851D3}"/>
                </a:ext>
              </a:extLst>
            </p:cNvPr>
            <p:cNvSpPr/>
            <p:nvPr/>
          </p:nvSpPr>
          <p:spPr>
            <a:xfrm>
              <a:off x="1475431" y="3292201"/>
              <a:ext cx="1861625" cy="58029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Tomcat</a:t>
              </a:r>
            </a:p>
          </p:txBody>
        </p:sp>
        <p:sp>
          <p:nvSpPr>
            <p:cNvPr id="34" name="Rectangle 33">
              <a:extLst>
                <a:ext uri="{FF2B5EF4-FFF2-40B4-BE49-F238E27FC236}">
                  <a16:creationId xmlns:a16="http://schemas.microsoft.com/office/drawing/2014/main" id="{D12AAF9D-078B-4435-96C3-7659C58D85EF}"/>
                </a:ext>
              </a:extLst>
            </p:cNvPr>
            <p:cNvSpPr/>
            <p:nvPr/>
          </p:nvSpPr>
          <p:spPr>
            <a:xfrm>
              <a:off x="1456675" y="2649150"/>
              <a:ext cx="1861625" cy="58029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TestWebApp</a:t>
              </a:r>
              <a:endParaRPr lang="en-IN" dirty="0"/>
            </a:p>
          </p:txBody>
        </p:sp>
        <p:sp>
          <p:nvSpPr>
            <p:cNvPr id="35" name="TextBox 34">
              <a:extLst>
                <a:ext uri="{FF2B5EF4-FFF2-40B4-BE49-F238E27FC236}">
                  <a16:creationId xmlns:a16="http://schemas.microsoft.com/office/drawing/2014/main" id="{046ECE57-6AED-4FFC-9887-55A543BA07A2}"/>
                </a:ext>
              </a:extLst>
            </p:cNvPr>
            <p:cNvSpPr txBox="1"/>
            <p:nvPr/>
          </p:nvSpPr>
          <p:spPr>
            <a:xfrm>
              <a:off x="1305114" y="3935252"/>
              <a:ext cx="1834156" cy="369332"/>
            </a:xfrm>
            <a:prstGeom prst="rect">
              <a:avLst/>
            </a:prstGeom>
            <a:noFill/>
          </p:spPr>
          <p:txBody>
            <a:bodyPr wrap="none" rtlCol="0">
              <a:spAutoFit/>
            </a:bodyPr>
            <a:lstStyle/>
            <a:p>
              <a:r>
                <a:rPr lang="en-IN" dirty="0">
                  <a:solidFill>
                    <a:srgbClr val="002060"/>
                  </a:solidFill>
                </a:rPr>
                <a:t>VM (Guest OS)</a:t>
              </a:r>
            </a:p>
          </p:txBody>
        </p:sp>
      </p:grpSp>
      <p:grpSp>
        <p:nvGrpSpPr>
          <p:cNvPr id="36" name="Group 35">
            <a:extLst>
              <a:ext uri="{FF2B5EF4-FFF2-40B4-BE49-F238E27FC236}">
                <a16:creationId xmlns:a16="http://schemas.microsoft.com/office/drawing/2014/main" id="{A003D795-CF8C-4EE4-8E92-B4D6DBCDA7E5}"/>
              </a:ext>
            </a:extLst>
          </p:cNvPr>
          <p:cNvGrpSpPr/>
          <p:nvPr/>
        </p:nvGrpSpPr>
        <p:grpSpPr>
          <a:xfrm>
            <a:off x="3488284" y="2658635"/>
            <a:ext cx="2475914" cy="1678615"/>
            <a:chOff x="984235" y="2632348"/>
            <a:chExt cx="2475914" cy="1678615"/>
          </a:xfrm>
        </p:grpSpPr>
        <p:sp>
          <p:nvSpPr>
            <p:cNvPr id="37" name="Rectangle 36">
              <a:extLst>
                <a:ext uri="{FF2B5EF4-FFF2-40B4-BE49-F238E27FC236}">
                  <a16:creationId xmlns:a16="http://schemas.microsoft.com/office/drawing/2014/main" id="{E94B943C-5E86-44C2-B0D4-AD58716FAAEB}"/>
                </a:ext>
              </a:extLst>
            </p:cNvPr>
            <p:cNvSpPr/>
            <p:nvPr/>
          </p:nvSpPr>
          <p:spPr>
            <a:xfrm>
              <a:off x="984235" y="2632348"/>
              <a:ext cx="2475914" cy="1678615"/>
            </a:xfrm>
            <a:prstGeom prst="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Rectangle 37">
              <a:extLst>
                <a:ext uri="{FF2B5EF4-FFF2-40B4-BE49-F238E27FC236}">
                  <a16:creationId xmlns:a16="http://schemas.microsoft.com/office/drawing/2014/main" id="{BC536442-CE3C-4134-AF86-74BD3BB46518}"/>
                </a:ext>
              </a:extLst>
            </p:cNvPr>
            <p:cNvSpPr/>
            <p:nvPr/>
          </p:nvSpPr>
          <p:spPr>
            <a:xfrm>
              <a:off x="1475431" y="3292201"/>
              <a:ext cx="1861625" cy="58029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Tomcat</a:t>
              </a:r>
            </a:p>
          </p:txBody>
        </p:sp>
        <p:sp>
          <p:nvSpPr>
            <p:cNvPr id="39" name="Rectangle 38">
              <a:extLst>
                <a:ext uri="{FF2B5EF4-FFF2-40B4-BE49-F238E27FC236}">
                  <a16:creationId xmlns:a16="http://schemas.microsoft.com/office/drawing/2014/main" id="{77FB4FB1-C53A-47DA-983A-F0A26DDBB153}"/>
                </a:ext>
              </a:extLst>
            </p:cNvPr>
            <p:cNvSpPr/>
            <p:nvPr/>
          </p:nvSpPr>
          <p:spPr>
            <a:xfrm>
              <a:off x="1456675" y="2649150"/>
              <a:ext cx="1861625" cy="58029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TestWebApp</a:t>
              </a:r>
              <a:endParaRPr lang="en-IN" dirty="0"/>
            </a:p>
          </p:txBody>
        </p:sp>
        <p:sp>
          <p:nvSpPr>
            <p:cNvPr id="40" name="TextBox 39">
              <a:extLst>
                <a:ext uri="{FF2B5EF4-FFF2-40B4-BE49-F238E27FC236}">
                  <a16:creationId xmlns:a16="http://schemas.microsoft.com/office/drawing/2014/main" id="{5CC8FB49-3A8A-4DEC-A9F0-B09FB03F21E9}"/>
                </a:ext>
              </a:extLst>
            </p:cNvPr>
            <p:cNvSpPr txBox="1"/>
            <p:nvPr/>
          </p:nvSpPr>
          <p:spPr>
            <a:xfrm>
              <a:off x="1305114" y="3935252"/>
              <a:ext cx="1834156" cy="369332"/>
            </a:xfrm>
            <a:prstGeom prst="rect">
              <a:avLst/>
            </a:prstGeom>
            <a:noFill/>
          </p:spPr>
          <p:txBody>
            <a:bodyPr wrap="none" rtlCol="0">
              <a:spAutoFit/>
            </a:bodyPr>
            <a:lstStyle/>
            <a:p>
              <a:r>
                <a:rPr lang="en-IN" dirty="0">
                  <a:solidFill>
                    <a:srgbClr val="002060"/>
                  </a:solidFill>
                </a:rPr>
                <a:t>VM (Guest OS)</a:t>
              </a:r>
            </a:p>
          </p:txBody>
        </p:sp>
      </p:grpSp>
    </p:spTree>
    <p:extLst>
      <p:ext uri="{BB962C8B-B14F-4D97-AF65-F5344CB8AC3E}">
        <p14:creationId xmlns:p14="http://schemas.microsoft.com/office/powerpoint/2010/main" val="3429916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92F88-600C-4AA6-ACFD-6E6FD0074BA3}"/>
              </a:ext>
            </a:extLst>
          </p:cNvPr>
          <p:cNvSpPr>
            <a:spLocks noGrp="1"/>
          </p:cNvSpPr>
          <p:nvPr>
            <p:ph type="title"/>
          </p:nvPr>
        </p:nvSpPr>
        <p:spPr/>
        <p:txBody>
          <a:bodyPr/>
          <a:lstStyle/>
          <a:p>
            <a:r>
              <a:rPr lang="en-IN" dirty="0"/>
              <a:t>Our Course of Actions</a:t>
            </a:r>
          </a:p>
        </p:txBody>
      </p:sp>
      <p:sp>
        <p:nvSpPr>
          <p:cNvPr id="4" name="Flowchart: Magnetic Disk 3">
            <a:extLst>
              <a:ext uri="{FF2B5EF4-FFF2-40B4-BE49-F238E27FC236}">
                <a16:creationId xmlns:a16="http://schemas.microsoft.com/office/drawing/2014/main" id="{B216825F-3CB7-41AB-BDFE-5A0585CAAB0B}"/>
              </a:ext>
            </a:extLst>
          </p:cNvPr>
          <p:cNvSpPr/>
          <p:nvPr/>
        </p:nvSpPr>
        <p:spPr>
          <a:xfrm>
            <a:off x="261815" y="2310618"/>
            <a:ext cx="1083212" cy="1589650"/>
          </a:xfrm>
          <a:prstGeom prst="flowChartMagneticDisk">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C199F8AC-8345-469D-8CE1-D3C3FF1574BD}"/>
              </a:ext>
            </a:extLst>
          </p:cNvPr>
          <p:cNvGrpSpPr/>
          <p:nvPr/>
        </p:nvGrpSpPr>
        <p:grpSpPr>
          <a:xfrm>
            <a:off x="1661550" y="2050366"/>
            <a:ext cx="7693464" cy="2110154"/>
            <a:chOff x="1942904" y="2222690"/>
            <a:chExt cx="7693464" cy="2110154"/>
          </a:xfrm>
        </p:grpSpPr>
        <p:sp>
          <p:nvSpPr>
            <p:cNvPr id="9" name="Rectangle 8">
              <a:extLst>
                <a:ext uri="{FF2B5EF4-FFF2-40B4-BE49-F238E27FC236}">
                  <a16:creationId xmlns:a16="http://schemas.microsoft.com/office/drawing/2014/main" id="{A057962F-0E6E-4C51-83A2-27E3276A7FEC}"/>
                </a:ext>
              </a:extLst>
            </p:cNvPr>
            <p:cNvSpPr/>
            <p:nvPr/>
          </p:nvSpPr>
          <p:spPr>
            <a:xfrm>
              <a:off x="1942904" y="2222690"/>
              <a:ext cx="7693464" cy="211015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Diagram 6">
              <a:extLst>
                <a:ext uri="{FF2B5EF4-FFF2-40B4-BE49-F238E27FC236}">
                  <a16:creationId xmlns:a16="http://schemas.microsoft.com/office/drawing/2014/main" id="{AFEFA73A-7F8A-4617-96A7-D2ECD0596963}"/>
                </a:ext>
              </a:extLst>
            </p:cNvPr>
            <p:cNvGraphicFramePr/>
            <p:nvPr>
              <p:extLst>
                <p:ext uri="{D42A27DB-BD31-4B8C-83A1-F6EECF244321}">
                  <p14:modId xmlns:p14="http://schemas.microsoft.com/office/powerpoint/2010/main" val="1391168119"/>
                </p:ext>
              </p:extLst>
            </p:nvPr>
          </p:nvGraphicFramePr>
          <p:xfrm>
            <a:off x="2055446" y="2257864"/>
            <a:ext cx="4373489" cy="19694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35A6FABA-CA5C-44A9-B59D-6F4A3E5D1A11}"/>
                </a:ext>
              </a:extLst>
            </p:cNvPr>
            <p:cNvGraphicFramePr/>
            <p:nvPr>
              <p:extLst>
                <p:ext uri="{D42A27DB-BD31-4B8C-83A1-F6EECF244321}">
                  <p14:modId xmlns:p14="http://schemas.microsoft.com/office/powerpoint/2010/main" val="1524328602"/>
                </p:ext>
              </p:extLst>
            </p:nvPr>
          </p:nvGraphicFramePr>
          <p:xfrm>
            <a:off x="6316395" y="2918246"/>
            <a:ext cx="2965938" cy="62792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pic>
        <p:nvPicPr>
          <p:cNvPr id="2050" name="Picture 2" descr="Git - Logo Downloads">
            <a:extLst>
              <a:ext uri="{FF2B5EF4-FFF2-40B4-BE49-F238E27FC236}">
                <a16:creationId xmlns:a16="http://schemas.microsoft.com/office/drawing/2014/main" id="{9CD99759-3488-4AD2-A062-73D10188EA9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1127" y="3232211"/>
            <a:ext cx="944587" cy="3935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reating your first Jenkins project on Amazon Linux (AWS ...">
            <a:extLst>
              <a:ext uri="{FF2B5EF4-FFF2-40B4-BE49-F238E27FC236}">
                <a16:creationId xmlns:a16="http://schemas.microsoft.com/office/drawing/2014/main" id="{42969B05-022A-4CCD-A492-FA9B9B090F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46724" y="3526139"/>
            <a:ext cx="1003496" cy="60976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ocker Hub - The world's leading container content library and ...">
            <a:extLst>
              <a:ext uri="{FF2B5EF4-FFF2-40B4-BE49-F238E27FC236}">
                <a16:creationId xmlns:a16="http://schemas.microsoft.com/office/drawing/2014/main" id="{A08E54EB-ECCB-41FE-966A-337FE8A2C7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104177" y="2532185"/>
            <a:ext cx="1709107" cy="104043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D4CEF1D2-6EC0-4C73-B64E-13C32397C474}"/>
              </a:ext>
            </a:extLst>
          </p:cNvPr>
          <p:cNvCxnSpPr>
            <a:endCxn id="2054" idx="1"/>
          </p:cNvCxnSpPr>
          <p:nvPr/>
        </p:nvCxnSpPr>
        <p:spPr>
          <a:xfrm flipV="1">
            <a:off x="9035394" y="3052402"/>
            <a:ext cx="1068783" cy="1787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1691F2B-1082-436F-B655-2C63E27BCDBB}"/>
              </a:ext>
            </a:extLst>
          </p:cNvPr>
          <p:cNvCxnSpPr>
            <a:stCxn id="4" idx="4"/>
          </p:cNvCxnSpPr>
          <p:nvPr/>
        </p:nvCxnSpPr>
        <p:spPr>
          <a:xfrm>
            <a:off x="1345027" y="3105443"/>
            <a:ext cx="652585"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Web Development Computer Icons Software Developer Programmer Web ...">
            <a:extLst>
              <a:ext uri="{FF2B5EF4-FFF2-40B4-BE49-F238E27FC236}">
                <a16:creationId xmlns:a16="http://schemas.microsoft.com/office/drawing/2014/main" id="{824E8B17-8850-43BB-AEB0-F181E37838B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18253" y="4962204"/>
            <a:ext cx="1342072" cy="932965"/>
          </a:xfrm>
          <a:prstGeom prst="rect">
            <a:avLst/>
          </a:prstGeom>
          <a:solidFill>
            <a:schemeClr val="bg2">
              <a:lumMod val="40000"/>
              <a:lumOff val="60000"/>
            </a:schemeClr>
          </a:solidFill>
        </p:spPr>
      </p:pic>
      <p:sp>
        <p:nvSpPr>
          <p:cNvPr id="15" name="TextBox 14">
            <a:extLst>
              <a:ext uri="{FF2B5EF4-FFF2-40B4-BE49-F238E27FC236}">
                <a16:creationId xmlns:a16="http://schemas.microsoft.com/office/drawing/2014/main" id="{F901C5D5-9C0E-4A60-80D6-0760F195161B}"/>
              </a:ext>
            </a:extLst>
          </p:cNvPr>
          <p:cNvSpPr txBox="1"/>
          <p:nvPr/>
        </p:nvSpPr>
        <p:spPr>
          <a:xfrm>
            <a:off x="7518010" y="6035950"/>
            <a:ext cx="601447" cy="369332"/>
          </a:xfrm>
          <a:prstGeom prst="rect">
            <a:avLst/>
          </a:prstGeom>
          <a:noFill/>
        </p:spPr>
        <p:txBody>
          <a:bodyPr wrap="none" rtlCol="0">
            <a:spAutoFit/>
          </a:bodyPr>
          <a:lstStyle/>
          <a:p>
            <a:r>
              <a:rPr lang="en-IN" dirty="0"/>
              <a:t>Test</a:t>
            </a:r>
          </a:p>
        </p:txBody>
      </p:sp>
      <p:cxnSp>
        <p:nvCxnSpPr>
          <p:cNvPr id="17" name="Straight Arrow Connector 16">
            <a:extLst>
              <a:ext uri="{FF2B5EF4-FFF2-40B4-BE49-F238E27FC236}">
                <a16:creationId xmlns:a16="http://schemas.microsoft.com/office/drawing/2014/main" id="{D573A192-A402-4576-90DF-E78B000710AA}"/>
              </a:ext>
            </a:extLst>
          </p:cNvPr>
          <p:cNvCxnSpPr>
            <a:stCxn id="2054" idx="2"/>
            <a:endCxn id="2056" idx="3"/>
          </p:cNvCxnSpPr>
          <p:nvPr/>
        </p:nvCxnSpPr>
        <p:spPr>
          <a:xfrm flipH="1">
            <a:off x="8460325" y="3572618"/>
            <a:ext cx="2498406" cy="1856069"/>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C7C757A-5204-423A-B95D-A75911D71667}"/>
              </a:ext>
            </a:extLst>
          </p:cNvPr>
          <p:cNvSpPr/>
          <p:nvPr/>
        </p:nvSpPr>
        <p:spPr>
          <a:xfrm>
            <a:off x="10900403" y="4746590"/>
            <a:ext cx="971209" cy="125108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5B2010A0-09D4-4B26-82AB-7BFDD0DE3719}"/>
              </a:ext>
            </a:extLst>
          </p:cNvPr>
          <p:cNvSpPr txBox="1"/>
          <p:nvPr/>
        </p:nvSpPr>
        <p:spPr>
          <a:xfrm>
            <a:off x="10937794" y="6046621"/>
            <a:ext cx="607023" cy="183211"/>
          </a:xfrm>
          <a:prstGeom prst="rect">
            <a:avLst/>
          </a:prstGeom>
          <a:noFill/>
        </p:spPr>
        <p:txBody>
          <a:bodyPr wrap="none" rtlCol="0">
            <a:spAutoFit/>
          </a:bodyPr>
          <a:lstStyle/>
          <a:p>
            <a:r>
              <a:rPr lang="en-IN" dirty="0"/>
              <a:t>Deploy</a:t>
            </a:r>
          </a:p>
        </p:txBody>
      </p:sp>
      <p:pic>
        <p:nvPicPr>
          <p:cNvPr id="25" name="Picture 8" descr="Kubernetes: Introduction &amp; Installastion Guide">
            <a:extLst>
              <a:ext uri="{FF2B5EF4-FFF2-40B4-BE49-F238E27FC236}">
                <a16:creationId xmlns:a16="http://schemas.microsoft.com/office/drawing/2014/main" id="{E32839D9-ADC2-41B1-9B27-C6ACA869AD7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32441" y="5649168"/>
            <a:ext cx="425137" cy="28505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Google Cloud — Worldvectorlogo">
            <a:extLst>
              <a:ext uri="{FF2B5EF4-FFF2-40B4-BE49-F238E27FC236}">
                <a16:creationId xmlns:a16="http://schemas.microsoft.com/office/drawing/2014/main" id="{8A7C21B3-5010-4CAD-A832-E7CE84DF36C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145201" y="5223772"/>
            <a:ext cx="399616" cy="28505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2" descr="Fix Root FS related errors if your Linux EC2 instance fails the ...">
            <a:extLst>
              <a:ext uri="{FF2B5EF4-FFF2-40B4-BE49-F238E27FC236}">
                <a16:creationId xmlns:a16="http://schemas.microsoft.com/office/drawing/2014/main" id="{D449B262-EE40-4F3D-AE17-E1803318FD9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096586" y="4831054"/>
            <a:ext cx="549535" cy="248431"/>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87CCF232-CB00-495D-B683-FB0D5D12DFD8}"/>
              </a:ext>
            </a:extLst>
          </p:cNvPr>
          <p:cNvCxnSpPr>
            <a:cxnSpLocks/>
            <a:stCxn id="2054" idx="2"/>
            <a:endCxn id="23" idx="0"/>
          </p:cNvCxnSpPr>
          <p:nvPr/>
        </p:nvCxnSpPr>
        <p:spPr>
          <a:xfrm>
            <a:off x="10958731" y="3572618"/>
            <a:ext cx="427277" cy="1173972"/>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6622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2054</TotalTime>
  <Words>1558</Words>
  <Application>Microsoft Office PowerPoint</Application>
  <PresentationFormat>Widescreen</PresentationFormat>
  <Paragraphs>191</Paragraphs>
  <Slides>22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Century Gothic</vt:lpstr>
      <vt:lpstr>Comfortaa</vt:lpstr>
      <vt:lpstr>Wingdings 3</vt:lpstr>
      <vt:lpstr>Ion</vt:lpstr>
      <vt:lpstr>CI CD with Docker</vt:lpstr>
      <vt:lpstr>Agenda</vt:lpstr>
      <vt:lpstr>What is Continuous Integration</vt:lpstr>
      <vt:lpstr>What is Continuous Integration</vt:lpstr>
      <vt:lpstr>Continuous Delivery</vt:lpstr>
      <vt:lpstr>Continuous Delivery</vt:lpstr>
      <vt:lpstr>Continuous Delivery</vt:lpstr>
      <vt:lpstr>Continuous Deployment</vt:lpstr>
      <vt:lpstr>The Release Pipeline</vt:lpstr>
      <vt:lpstr>What is CI/CD Pipeline</vt:lpstr>
      <vt:lpstr>Docker CI/CD</vt:lpstr>
      <vt:lpstr>Comparing Containers and VMs</vt:lpstr>
      <vt:lpstr>Containers and VMs together</vt:lpstr>
      <vt:lpstr>Key Benefits of Docker Containers</vt:lpstr>
      <vt:lpstr>  Container Solutions &amp; Landscape  </vt:lpstr>
      <vt:lpstr>Docker Basics</vt:lpstr>
      <vt:lpstr>PowerPoint Presentation</vt:lpstr>
      <vt:lpstr>Containers as a Service</vt:lpstr>
      <vt:lpstr>CI/CD with Docker and Jenkins</vt:lpstr>
      <vt:lpstr>The CI/CD Landscape</vt:lpstr>
      <vt:lpstr>The Demo Application</vt:lpstr>
      <vt:lpstr>Our Course of 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 CD with Docker</dc:title>
  <dc:creator>Shantanu Banerjee</dc:creator>
  <cp:lastModifiedBy>Shantanu Banerjee</cp:lastModifiedBy>
  <cp:revision>40</cp:revision>
  <dcterms:created xsi:type="dcterms:W3CDTF">2020-03-26T03:01:43Z</dcterms:created>
  <dcterms:modified xsi:type="dcterms:W3CDTF">2022-06-08T11:48:08Z</dcterms:modified>
</cp:coreProperties>
</file>