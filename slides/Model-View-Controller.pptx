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5" r:id="rId2"/>
    <p:sldId id="278" r:id="rId3"/>
    <p:sldId id="279" r:id="rId4"/>
    <p:sldId id="280" r:id="rId5"/>
    <p:sldId id="281" r:id="rId6"/>
    <p:sldId id="282" r:id="rId7"/>
    <p:sldId id="283" r:id="rId8"/>
    <p:sldId id="28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D7348-A6FC-D5A5-DD78-27DF62A8B5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CFC59C4-2822-A551-80D4-21A7BF4B3C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86DE9F0-0E2F-8526-E1BB-84EEEFF991E2}"/>
              </a:ext>
            </a:extLst>
          </p:cNvPr>
          <p:cNvSpPr>
            <a:spLocks noGrp="1"/>
          </p:cNvSpPr>
          <p:nvPr>
            <p:ph type="dt" sz="half" idx="10"/>
          </p:nvPr>
        </p:nvSpPr>
        <p:spPr/>
        <p:txBody>
          <a:bodyPr/>
          <a:lstStyle/>
          <a:p>
            <a:fld id="{76571800-5F24-442A-9ECD-FD29A5E30C10}" type="datetimeFigureOut">
              <a:rPr lang="en-IN" smtClean="0"/>
              <a:t>03-07-2022</a:t>
            </a:fld>
            <a:endParaRPr lang="en-IN"/>
          </a:p>
        </p:txBody>
      </p:sp>
      <p:sp>
        <p:nvSpPr>
          <p:cNvPr id="5" name="Footer Placeholder 4">
            <a:extLst>
              <a:ext uri="{FF2B5EF4-FFF2-40B4-BE49-F238E27FC236}">
                <a16:creationId xmlns:a16="http://schemas.microsoft.com/office/drawing/2014/main" id="{2785EB99-F350-7973-3970-63BE602758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7A060B-019A-F71E-F423-910604F8D879}"/>
              </a:ext>
            </a:extLst>
          </p:cNvPr>
          <p:cNvSpPr>
            <a:spLocks noGrp="1"/>
          </p:cNvSpPr>
          <p:nvPr>
            <p:ph type="sldNum" sz="quarter" idx="12"/>
          </p:nvPr>
        </p:nvSpPr>
        <p:spPr/>
        <p:txBody>
          <a:bodyPr/>
          <a:lstStyle/>
          <a:p>
            <a:fld id="{E39C0153-DC36-43D2-B4BE-59EB20C42D70}" type="slidenum">
              <a:rPr lang="en-IN" smtClean="0"/>
              <a:t>‹#›</a:t>
            </a:fld>
            <a:endParaRPr lang="en-IN"/>
          </a:p>
        </p:txBody>
      </p:sp>
    </p:spTree>
    <p:extLst>
      <p:ext uri="{BB962C8B-B14F-4D97-AF65-F5344CB8AC3E}">
        <p14:creationId xmlns:p14="http://schemas.microsoft.com/office/powerpoint/2010/main" val="224941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03BFD-05E7-7321-0F3B-EF2CAB258A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DE967A-718E-5248-8AC1-BEAFBB1F92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04F68F-D518-E059-024A-6B71E3149855}"/>
              </a:ext>
            </a:extLst>
          </p:cNvPr>
          <p:cNvSpPr>
            <a:spLocks noGrp="1"/>
          </p:cNvSpPr>
          <p:nvPr>
            <p:ph type="dt" sz="half" idx="10"/>
          </p:nvPr>
        </p:nvSpPr>
        <p:spPr/>
        <p:txBody>
          <a:bodyPr/>
          <a:lstStyle/>
          <a:p>
            <a:fld id="{76571800-5F24-442A-9ECD-FD29A5E30C10}" type="datetimeFigureOut">
              <a:rPr lang="en-IN" smtClean="0"/>
              <a:t>03-07-2022</a:t>
            </a:fld>
            <a:endParaRPr lang="en-IN"/>
          </a:p>
        </p:txBody>
      </p:sp>
      <p:sp>
        <p:nvSpPr>
          <p:cNvPr id="5" name="Footer Placeholder 4">
            <a:extLst>
              <a:ext uri="{FF2B5EF4-FFF2-40B4-BE49-F238E27FC236}">
                <a16:creationId xmlns:a16="http://schemas.microsoft.com/office/drawing/2014/main" id="{6E5A2FFF-5089-59C9-8B1A-F3124A1C20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A44979-9438-549A-1933-6B2375ECFC03}"/>
              </a:ext>
            </a:extLst>
          </p:cNvPr>
          <p:cNvSpPr>
            <a:spLocks noGrp="1"/>
          </p:cNvSpPr>
          <p:nvPr>
            <p:ph type="sldNum" sz="quarter" idx="12"/>
          </p:nvPr>
        </p:nvSpPr>
        <p:spPr/>
        <p:txBody>
          <a:bodyPr/>
          <a:lstStyle/>
          <a:p>
            <a:fld id="{E39C0153-DC36-43D2-B4BE-59EB20C42D70}" type="slidenum">
              <a:rPr lang="en-IN" smtClean="0"/>
              <a:t>‹#›</a:t>
            </a:fld>
            <a:endParaRPr lang="en-IN"/>
          </a:p>
        </p:txBody>
      </p:sp>
    </p:spTree>
    <p:extLst>
      <p:ext uri="{BB962C8B-B14F-4D97-AF65-F5344CB8AC3E}">
        <p14:creationId xmlns:p14="http://schemas.microsoft.com/office/powerpoint/2010/main" val="2289300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E14EA-7912-4646-549B-91E54D3FA0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17A870A-4B12-7893-928A-116624B1FA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F42635-E609-7E99-7D7D-CAA5C636A977}"/>
              </a:ext>
            </a:extLst>
          </p:cNvPr>
          <p:cNvSpPr>
            <a:spLocks noGrp="1"/>
          </p:cNvSpPr>
          <p:nvPr>
            <p:ph type="dt" sz="half" idx="10"/>
          </p:nvPr>
        </p:nvSpPr>
        <p:spPr/>
        <p:txBody>
          <a:bodyPr/>
          <a:lstStyle/>
          <a:p>
            <a:fld id="{76571800-5F24-442A-9ECD-FD29A5E30C10}" type="datetimeFigureOut">
              <a:rPr lang="en-IN" smtClean="0"/>
              <a:t>03-07-2022</a:t>
            </a:fld>
            <a:endParaRPr lang="en-IN"/>
          </a:p>
        </p:txBody>
      </p:sp>
      <p:sp>
        <p:nvSpPr>
          <p:cNvPr id="5" name="Footer Placeholder 4">
            <a:extLst>
              <a:ext uri="{FF2B5EF4-FFF2-40B4-BE49-F238E27FC236}">
                <a16:creationId xmlns:a16="http://schemas.microsoft.com/office/drawing/2014/main" id="{B9713EEB-2097-6046-5CED-339D5887EF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7961ED-51DD-1673-42EF-DE115098473A}"/>
              </a:ext>
            </a:extLst>
          </p:cNvPr>
          <p:cNvSpPr>
            <a:spLocks noGrp="1"/>
          </p:cNvSpPr>
          <p:nvPr>
            <p:ph type="sldNum" sz="quarter" idx="12"/>
          </p:nvPr>
        </p:nvSpPr>
        <p:spPr/>
        <p:txBody>
          <a:bodyPr/>
          <a:lstStyle/>
          <a:p>
            <a:fld id="{E39C0153-DC36-43D2-B4BE-59EB20C42D70}" type="slidenum">
              <a:rPr lang="en-IN" smtClean="0"/>
              <a:t>‹#›</a:t>
            </a:fld>
            <a:endParaRPr lang="en-IN"/>
          </a:p>
        </p:txBody>
      </p:sp>
    </p:spTree>
    <p:extLst>
      <p:ext uri="{BB962C8B-B14F-4D97-AF65-F5344CB8AC3E}">
        <p14:creationId xmlns:p14="http://schemas.microsoft.com/office/powerpoint/2010/main" val="3730412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DCF2A-76E7-5BB4-C6A7-FFA7AE444A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673961-10BF-79FC-6B1D-99F9FA2681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08AE5B7-191B-0190-15CC-68F381C86F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AF4014-CC16-64EA-33DA-D35A9A001105}"/>
              </a:ext>
            </a:extLst>
          </p:cNvPr>
          <p:cNvSpPr>
            <a:spLocks noGrp="1"/>
          </p:cNvSpPr>
          <p:nvPr>
            <p:ph type="dt" sz="half" idx="10"/>
          </p:nvPr>
        </p:nvSpPr>
        <p:spPr/>
        <p:txBody>
          <a:bodyPr/>
          <a:lstStyle/>
          <a:p>
            <a:fld id="{76571800-5F24-442A-9ECD-FD29A5E30C10}" type="datetimeFigureOut">
              <a:rPr lang="en-IN" smtClean="0"/>
              <a:t>03-07-2022</a:t>
            </a:fld>
            <a:endParaRPr lang="en-IN"/>
          </a:p>
        </p:txBody>
      </p:sp>
      <p:sp>
        <p:nvSpPr>
          <p:cNvPr id="6" name="Footer Placeholder 5">
            <a:extLst>
              <a:ext uri="{FF2B5EF4-FFF2-40B4-BE49-F238E27FC236}">
                <a16:creationId xmlns:a16="http://schemas.microsoft.com/office/drawing/2014/main" id="{F4D7A4ED-6C53-D0D5-E4F0-EAA84C6076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F23635-AB83-350E-DE70-B63E3A86E6A5}"/>
              </a:ext>
            </a:extLst>
          </p:cNvPr>
          <p:cNvSpPr>
            <a:spLocks noGrp="1"/>
          </p:cNvSpPr>
          <p:nvPr>
            <p:ph type="sldNum" sz="quarter" idx="12"/>
          </p:nvPr>
        </p:nvSpPr>
        <p:spPr/>
        <p:txBody>
          <a:bodyPr/>
          <a:lstStyle/>
          <a:p>
            <a:fld id="{E39C0153-DC36-43D2-B4BE-59EB20C42D70}" type="slidenum">
              <a:rPr lang="en-IN" smtClean="0"/>
              <a:t>‹#›</a:t>
            </a:fld>
            <a:endParaRPr lang="en-IN"/>
          </a:p>
        </p:txBody>
      </p:sp>
    </p:spTree>
    <p:extLst>
      <p:ext uri="{BB962C8B-B14F-4D97-AF65-F5344CB8AC3E}">
        <p14:creationId xmlns:p14="http://schemas.microsoft.com/office/powerpoint/2010/main" val="1068818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1C04E-1A87-903E-AF08-9F7E696D6B0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81AD90-0815-CA77-0AAA-54570FE914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3255E8-330A-865E-3F5B-D7A5735975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D8B5678-D0D1-28DA-9FA6-0AD1258DF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7B5BE7-203B-29F8-2B72-D30CBF4FD6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0E3AEE0-DFAC-ED8E-A704-F8C7C62818B2}"/>
              </a:ext>
            </a:extLst>
          </p:cNvPr>
          <p:cNvSpPr>
            <a:spLocks noGrp="1"/>
          </p:cNvSpPr>
          <p:nvPr>
            <p:ph type="dt" sz="half" idx="10"/>
          </p:nvPr>
        </p:nvSpPr>
        <p:spPr/>
        <p:txBody>
          <a:bodyPr/>
          <a:lstStyle/>
          <a:p>
            <a:fld id="{76571800-5F24-442A-9ECD-FD29A5E30C10}" type="datetimeFigureOut">
              <a:rPr lang="en-IN" smtClean="0"/>
              <a:t>03-07-2022</a:t>
            </a:fld>
            <a:endParaRPr lang="en-IN"/>
          </a:p>
        </p:txBody>
      </p:sp>
      <p:sp>
        <p:nvSpPr>
          <p:cNvPr id="8" name="Footer Placeholder 7">
            <a:extLst>
              <a:ext uri="{FF2B5EF4-FFF2-40B4-BE49-F238E27FC236}">
                <a16:creationId xmlns:a16="http://schemas.microsoft.com/office/drawing/2014/main" id="{443A5D8D-EDEE-2D35-69FD-D6A5CEFD342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2199077-E0BD-EFC2-12B2-C49C37165C29}"/>
              </a:ext>
            </a:extLst>
          </p:cNvPr>
          <p:cNvSpPr>
            <a:spLocks noGrp="1"/>
          </p:cNvSpPr>
          <p:nvPr>
            <p:ph type="sldNum" sz="quarter" idx="12"/>
          </p:nvPr>
        </p:nvSpPr>
        <p:spPr/>
        <p:txBody>
          <a:bodyPr/>
          <a:lstStyle/>
          <a:p>
            <a:fld id="{E39C0153-DC36-43D2-B4BE-59EB20C42D70}" type="slidenum">
              <a:rPr lang="en-IN" smtClean="0"/>
              <a:t>‹#›</a:t>
            </a:fld>
            <a:endParaRPr lang="en-IN"/>
          </a:p>
        </p:txBody>
      </p:sp>
    </p:spTree>
    <p:extLst>
      <p:ext uri="{BB962C8B-B14F-4D97-AF65-F5344CB8AC3E}">
        <p14:creationId xmlns:p14="http://schemas.microsoft.com/office/powerpoint/2010/main" val="2663825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90E23-B9A1-798A-DFE9-3966169E1AF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C606889-CFA5-16EA-A976-43A6AF0D2091}"/>
              </a:ext>
            </a:extLst>
          </p:cNvPr>
          <p:cNvSpPr>
            <a:spLocks noGrp="1"/>
          </p:cNvSpPr>
          <p:nvPr>
            <p:ph type="dt" sz="half" idx="10"/>
          </p:nvPr>
        </p:nvSpPr>
        <p:spPr/>
        <p:txBody>
          <a:bodyPr/>
          <a:lstStyle/>
          <a:p>
            <a:fld id="{76571800-5F24-442A-9ECD-FD29A5E30C10}" type="datetimeFigureOut">
              <a:rPr lang="en-IN" smtClean="0"/>
              <a:t>03-07-2022</a:t>
            </a:fld>
            <a:endParaRPr lang="en-IN"/>
          </a:p>
        </p:txBody>
      </p:sp>
      <p:sp>
        <p:nvSpPr>
          <p:cNvPr id="4" name="Footer Placeholder 3">
            <a:extLst>
              <a:ext uri="{FF2B5EF4-FFF2-40B4-BE49-F238E27FC236}">
                <a16:creationId xmlns:a16="http://schemas.microsoft.com/office/drawing/2014/main" id="{9BDFBF30-2F2C-7BA9-13D7-54A5B99248D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B50719D-6AFA-2E1A-B590-FBC91DC3EDF3}"/>
              </a:ext>
            </a:extLst>
          </p:cNvPr>
          <p:cNvSpPr>
            <a:spLocks noGrp="1"/>
          </p:cNvSpPr>
          <p:nvPr>
            <p:ph type="sldNum" sz="quarter" idx="12"/>
          </p:nvPr>
        </p:nvSpPr>
        <p:spPr/>
        <p:txBody>
          <a:bodyPr/>
          <a:lstStyle/>
          <a:p>
            <a:fld id="{E39C0153-DC36-43D2-B4BE-59EB20C42D70}" type="slidenum">
              <a:rPr lang="en-IN" smtClean="0"/>
              <a:t>‹#›</a:t>
            </a:fld>
            <a:endParaRPr lang="en-IN"/>
          </a:p>
        </p:txBody>
      </p:sp>
    </p:spTree>
    <p:extLst>
      <p:ext uri="{BB962C8B-B14F-4D97-AF65-F5344CB8AC3E}">
        <p14:creationId xmlns:p14="http://schemas.microsoft.com/office/powerpoint/2010/main" val="2290628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8BF66B-2140-818A-5F93-55D19F7E86C7}"/>
              </a:ext>
            </a:extLst>
          </p:cNvPr>
          <p:cNvSpPr>
            <a:spLocks noGrp="1"/>
          </p:cNvSpPr>
          <p:nvPr>
            <p:ph type="dt" sz="half" idx="10"/>
          </p:nvPr>
        </p:nvSpPr>
        <p:spPr/>
        <p:txBody>
          <a:bodyPr/>
          <a:lstStyle/>
          <a:p>
            <a:fld id="{76571800-5F24-442A-9ECD-FD29A5E30C10}" type="datetimeFigureOut">
              <a:rPr lang="en-IN" smtClean="0"/>
              <a:t>03-07-2022</a:t>
            </a:fld>
            <a:endParaRPr lang="en-IN"/>
          </a:p>
        </p:txBody>
      </p:sp>
      <p:sp>
        <p:nvSpPr>
          <p:cNvPr id="3" name="Footer Placeholder 2">
            <a:extLst>
              <a:ext uri="{FF2B5EF4-FFF2-40B4-BE49-F238E27FC236}">
                <a16:creationId xmlns:a16="http://schemas.microsoft.com/office/drawing/2014/main" id="{CF2FCC85-CAB9-E619-8CF0-DCE44405814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E32573-378F-257F-3EAB-83B5F5EBE431}"/>
              </a:ext>
            </a:extLst>
          </p:cNvPr>
          <p:cNvSpPr>
            <a:spLocks noGrp="1"/>
          </p:cNvSpPr>
          <p:nvPr>
            <p:ph type="sldNum" sz="quarter" idx="12"/>
          </p:nvPr>
        </p:nvSpPr>
        <p:spPr/>
        <p:txBody>
          <a:bodyPr/>
          <a:lstStyle/>
          <a:p>
            <a:fld id="{E39C0153-DC36-43D2-B4BE-59EB20C42D70}" type="slidenum">
              <a:rPr lang="en-IN" smtClean="0"/>
              <a:t>‹#›</a:t>
            </a:fld>
            <a:endParaRPr lang="en-IN"/>
          </a:p>
        </p:txBody>
      </p:sp>
    </p:spTree>
    <p:extLst>
      <p:ext uri="{BB962C8B-B14F-4D97-AF65-F5344CB8AC3E}">
        <p14:creationId xmlns:p14="http://schemas.microsoft.com/office/powerpoint/2010/main" val="1150095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46FE5-73AE-FA9F-885F-659DB952E8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D906AFD-2D08-5DC1-E9AC-B99A1EA7E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51C4DD7-38FF-6B68-6DA2-6D5CB707B9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40DB84-2997-BCF1-9554-33AA73E64F3D}"/>
              </a:ext>
            </a:extLst>
          </p:cNvPr>
          <p:cNvSpPr>
            <a:spLocks noGrp="1"/>
          </p:cNvSpPr>
          <p:nvPr>
            <p:ph type="dt" sz="half" idx="10"/>
          </p:nvPr>
        </p:nvSpPr>
        <p:spPr/>
        <p:txBody>
          <a:bodyPr/>
          <a:lstStyle/>
          <a:p>
            <a:fld id="{76571800-5F24-442A-9ECD-FD29A5E30C10}" type="datetimeFigureOut">
              <a:rPr lang="en-IN" smtClean="0"/>
              <a:t>03-07-2022</a:t>
            </a:fld>
            <a:endParaRPr lang="en-IN"/>
          </a:p>
        </p:txBody>
      </p:sp>
      <p:sp>
        <p:nvSpPr>
          <p:cNvPr id="6" name="Footer Placeholder 5">
            <a:extLst>
              <a:ext uri="{FF2B5EF4-FFF2-40B4-BE49-F238E27FC236}">
                <a16:creationId xmlns:a16="http://schemas.microsoft.com/office/drawing/2014/main" id="{8B3E2174-C158-2CF9-940E-80728D32F7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9E29EA-BBE6-B49C-BB7B-274178432BCF}"/>
              </a:ext>
            </a:extLst>
          </p:cNvPr>
          <p:cNvSpPr>
            <a:spLocks noGrp="1"/>
          </p:cNvSpPr>
          <p:nvPr>
            <p:ph type="sldNum" sz="quarter" idx="12"/>
          </p:nvPr>
        </p:nvSpPr>
        <p:spPr/>
        <p:txBody>
          <a:bodyPr/>
          <a:lstStyle/>
          <a:p>
            <a:fld id="{E39C0153-DC36-43D2-B4BE-59EB20C42D70}" type="slidenum">
              <a:rPr lang="en-IN" smtClean="0"/>
              <a:t>‹#›</a:t>
            </a:fld>
            <a:endParaRPr lang="en-IN"/>
          </a:p>
        </p:txBody>
      </p:sp>
    </p:spTree>
    <p:extLst>
      <p:ext uri="{BB962C8B-B14F-4D97-AF65-F5344CB8AC3E}">
        <p14:creationId xmlns:p14="http://schemas.microsoft.com/office/powerpoint/2010/main" val="1138104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6214-EFD1-2B07-DCA4-0E599AF94C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9DC1202-5A95-1E18-D135-5713A61EDB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205326D-80C7-5DE8-D8A6-BB016D8172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F68372-D66F-E73F-C147-4FA251F96FC0}"/>
              </a:ext>
            </a:extLst>
          </p:cNvPr>
          <p:cNvSpPr>
            <a:spLocks noGrp="1"/>
          </p:cNvSpPr>
          <p:nvPr>
            <p:ph type="dt" sz="half" idx="10"/>
          </p:nvPr>
        </p:nvSpPr>
        <p:spPr/>
        <p:txBody>
          <a:bodyPr/>
          <a:lstStyle/>
          <a:p>
            <a:fld id="{76571800-5F24-442A-9ECD-FD29A5E30C10}" type="datetimeFigureOut">
              <a:rPr lang="en-IN" smtClean="0"/>
              <a:t>03-07-2022</a:t>
            </a:fld>
            <a:endParaRPr lang="en-IN"/>
          </a:p>
        </p:txBody>
      </p:sp>
      <p:sp>
        <p:nvSpPr>
          <p:cNvPr id="6" name="Footer Placeholder 5">
            <a:extLst>
              <a:ext uri="{FF2B5EF4-FFF2-40B4-BE49-F238E27FC236}">
                <a16:creationId xmlns:a16="http://schemas.microsoft.com/office/drawing/2014/main" id="{E146F46B-D0DC-9CE9-7543-75427B550C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629C18-4A4E-2311-2892-2CC42A46838E}"/>
              </a:ext>
            </a:extLst>
          </p:cNvPr>
          <p:cNvSpPr>
            <a:spLocks noGrp="1"/>
          </p:cNvSpPr>
          <p:nvPr>
            <p:ph type="sldNum" sz="quarter" idx="12"/>
          </p:nvPr>
        </p:nvSpPr>
        <p:spPr/>
        <p:txBody>
          <a:bodyPr/>
          <a:lstStyle/>
          <a:p>
            <a:fld id="{E39C0153-DC36-43D2-B4BE-59EB20C42D70}" type="slidenum">
              <a:rPr lang="en-IN" smtClean="0"/>
              <a:t>‹#›</a:t>
            </a:fld>
            <a:endParaRPr lang="en-IN"/>
          </a:p>
        </p:txBody>
      </p:sp>
    </p:spTree>
    <p:extLst>
      <p:ext uri="{BB962C8B-B14F-4D97-AF65-F5344CB8AC3E}">
        <p14:creationId xmlns:p14="http://schemas.microsoft.com/office/powerpoint/2010/main" val="1981392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C06BF-0F58-4CCA-F70D-0008FB4FE3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2E0CC7-11B9-77BA-F0D7-67D4B38658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60EBF3-8683-4328-6A65-B3D08D1D0BD1}"/>
              </a:ext>
            </a:extLst>
          </p:cNvPr>
          <p:cNvSpPr>
            <a:spLocks noGrp="1"/>
          </p:cNvSpPr>
          <p:nvPr>
            <p:ph type="dt" sz="half" idx="10"/>
          </p:nvPr>
        </p:nvSpPr>
        <p:spPr/>
        <p:txBody>
          <a:bodyPr/>
          <a:lstStyle/>
          <a:p>
            <a:fld id="{76571800-5F24-442A-9ECD-FD29A5E30C10}" type="datetimeFigureOut">
              <a:rPr lang="en-IN" smtClean="0"/>
              <a:t>03-07-2022</a:t>
            </a:fld>
            <a:endParaRPr lang="en-IN"/>
          </a:p>
        </p:txBody>
      </p:sp>
      <p:sp>
        <p:nvSpPr>
          <p:cNvPr id="5" name="Footer Placeholder 4">
            <a:extLst>
              <a:ext uri="{FF2B5EF4-FFF2-40B4-BE49-F238E27FC236}">
                <a16:creationId xmlns:a16="http://schemas.microsoft.com/office/drawing/2014/main" id="{D8D5CC6F-022D-9AF3-2C3E-6A994D8ED9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082AB3-BB60-7096-4A4E-A3DFEEDB8A94}"/>
              </a:ext>
            </a:extLst>
          </p:cNvPr>
          <p:cNvSpPr>
            <a:spLocks noGrp="1"/>
          </p:cNvSpPr>
          <p:nvPr>
            <p:ph type="sldNum" sz="quarter" idx="12"/>
          </p:nvPr>
        </p:nvSpPr>
        <p:spPr/>
        <p:txBody>
          <a:bodyPr/>
          <a:lstStyle/>
          <a:p>
            <a:fld id="{E39C0153-DC36-43D2-B4BE-59EB20C42D70}" type="slidenum">
              <a:rPr lang="en-IN" smtClean="0"/>
              <a:t>‹#›</a:t>
            </a:fld>
            <a:endParaRPr lang="en-IN"/>
          </a:p>
        </p:txBody>
      </p:sp>
    </p:spTree>
    <p:extLst>
      <p:ext uri="{BB962C8B-B14F-4D97-AF65-F5344CB8AC3E}">
        <p14:creationId xmlns:p14="http://schemas.microsoft.com/office/powerpoint/2010/main" val="3415939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971295-8A84-D9A8-B197-61004F7B25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E37E5C-043C-75E9-CF54-7E81155A2A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A6FD55-498D-BB9E-F621-1F0ECE5AFCD6}"/>
              </a:ext>
            </a:extLst>
          </p:cNvPr>
          <p:cNvSpPr>
            <a:spLocks noGrp="1"/>
          </p:cNvSpPr>
          <p:nvPr>
            <p:ph type="dt" sz="half" idx="10"/>
          </p:nvPr>
        </p:nvSpPr>
        <p:spPr/>
        <p:txBody>
          <a:bodyPr/>
          <a:lstStyle/>
          <a:p>
            <a:fld id="{76571800-5F24-442A-9ECD-FD29A5E30C10}" type="datetimeFigureOut">
              <a:rPr lang="en-IN" smtClean="0"/>
              <a:t>03-07-2022</a:t>
            </a:fld>
            <a:endParaRPr lang="en-IN"/>
          </a:p>
        </p:txBody>
      </p:sp>
      <p:sp>
        <p:nvSpPr>
          <p:cNvPr id="5" name="Footer Placeholder 4">
            <a:extLst>
              <a:ext uri="{FF2B5EF4-FFF2-40B4-BE49-F238E27FC236}">
                <a16:creationId xmlns:a16="http://schemas.microsoft.com/office/drawing/2014/main" id="{57D60AEB-8337-5E5A-2656-7093669B16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A0A2A7-C603-F36C-9D8E-90A72F1A1E99}"/>
              </a:ext>
            </a:extLst>
          </p:cNvPr>
          <p:cNvSpPr>
            <a:spLocks noGrp="1"/>
          </p:cNvSpPr>
          <p:nvPr>
            <p:ph type="sldNum" sz="quarter" idx="12"/>
          </p:nvPr>
        </p:nvSpPr>
        <p:spPr/>
        <p:txBody>
          <a:bodyPr/>
          <a:lstStyle/>
          <a:p>
            <a:fld id="{E39C0153-DC36-43D2-B4BE-59EB20C42D70}" type="slidenum">
              <a:rPr lang="en-IN" smtClean="0"/>
              <a:t>‹#›</a:t>
            </a:fld>
            <a:endParaRPr lang="en-IN"/>
          </a:p>
        </p:txBody>
      </p:sp>
    </p:spTree>
    <p:extLst>
      <p:ext uri="{BB962C8B-B14F-4D97-AF65-F5344CB8AC3E}">
        <p14:creationId xmlns:p14="http://schemas.microsoft.com/office/powerpoint/2010/main" val="4041396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2CB6D3-CEB7-4032-76BE-25881F7CE9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29F74B-D362-B1C0-8B35-2BCB415A1D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01CEC0-5338-5559-2496-87367686B6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571800-5F24-442A-9ECD-FD29A5E30C10}" type="datetimeFigureOut">
              <a:rPr lang="en-IN" smtClean="0"/>
              <a:t>03-07-2022</a:t>
            </a:fld>
            <a:endParaRPr lang="en-IN"/>
          </a:p>
        </p:txBody>
      </p:sp>
      <p:sp>
        <p:nvSpPr>
          <p:cNvPr id="5" name="Footer Placeholder 4">
            <a:extLst>
              <a:ext uri="{FF2B5EF4-FFF2-40B4-BE49-F238E27FC236}">
                <a16:creationId xmlns:a16="http://schemas.microsoft.com/office/drawing/2014/main" id="{3436BAC3-D803-E540-A7B5-D2705ED46E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FE82412-811B-858B-D004-90B4282B8F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9C0153-DC36-43D2-B4BE-59EB20C42D70}" type="slidenum">
              <a:rPr lang="en-IN" smtClean="0"/>
              <a:t>‹#›</a:t>
            </a:fld>
            <a:endParaRPr lang="en-IN"/>
          </a:p>
        </p:txBody>
      </p:sp>
    </p:spTree>
    <p:extLst>
      <p:ext uri="{BB962C8B-B14F-4D97-AF65-F5344CB8AC3E}">
        <p14:creationId xmlns:p14="http://schemas.microsoft.com/office/powerpoint/2010/main" val="3102760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1B74FB-B93D-802C-0959-FB156733AE1F}"/>
              </a:ext>
            </a:extLst>
          </p:cNvPr>
          <p:cNvSpPr>
            <a:spLocks noGrp="1"/>
          </p:cNvSpPr>
          <p:nvPr>
            <p:ph type="ctrTitle"/>
          </p:nvPr>
        </p:nvSpPr>
        <p:spPr/>
        <p:txBody>
          <a:bodyPr/>
          <a:lstStyle/>
          <a:p>
            <a:r>
              <a:rPr lang="en-IN" dirty="0"/>
              <a:t>Model-View-Controller</a:t>
            </a:r>
          </a:p>
        </p:txBody>
      </p:sp>
      <p:sp>
        <p:nvSpPr>
          <p:cNvPr id="5" name="Subtitle 4">
            <a:extLst>
              <a:ext uri="{FF2B5EF4-FFF2-40B4-BE49-F238E27FC236}">
                <a16:creationId xmlns:a16="http://schemas.microsoft.com/office/drawing/2014/main" id="{622F2A59-795E-E016-D5C9-DB9EC69B4EF3}"/>
              </a:ext>
            </a:extLst>
          </p:cNvPr>
          <p:cNvSpPr>
            <a:spLocks noGrp="1"/>
          </p:cNvSpPr>
          <p:nvPr>
            <p:ph type="subTitle" idx="1"/>
          </p:nvPr>
        </p:nvSpPr>
        <p:spPr/>
        <p:txBody>
          <a:bodyPr/>
          <a:lstStyle/>
          <a:p>
            <a:r>
              <a:rPr lang="en-IN" dirty="0"/>
              <a:t>MVC Design Pattern</a:t>
            </a:r>
          </a:p>
        </p:txBody>
      </p:sp>
    </p:spTree>
    <p:extLst>
      <p:ext uri="{BB962C8B-B14F-4D97-AF65-F5344CB8AC3E}">
        <p14:creationId xmlns:p14="http://schemas.microsoft.com/office/powerpoint/2010/main" val="3893482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EF140-57E0-48D2-B7FA-E11935C673F3}"/>
              </a:ext>
            </a:extLst>
          </p:cNvPr>
          <p:cNvSpPr>
            <a:spLocks noGrp="1"/>
          </p:cNvSpPr>
          <p:nvPr>
            <p:ph type="title"/>
          </p:nvPr>
        </p:nvSpPr>
        <p:spPr/>
        <p:txBody>
          <a:bodyPr/>
          <a:lstStyle/>
          <a:p>
            <a:r>
              <a:rPr lang="en-IN" dirty="0"/>
              <a:t>MVC (Model-View-Controller)</a:t>
            </a:r>
          </a:p>
        </p:txBody>
      </p:sp>
      <p:pic>
        <p:nvPicPr>
          <p:cNvPr id="1026" name="Picture 2" descr="Diagram to show the different parts of the mvc architecture.">
            <a:extLst>
              <a:ext uri="{FF2B5EF4-FFF2-40B4-BE49-F238E27FC236}">
                <a16:creationId xmlns:a16="http://schemas.microsoft.com/office/drawing/2014/main" id="{8EF3ED57-F592-40F3-A209-227EF5F0D1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199" y="1088231"/>
            <a:ext cx="7400925" cy="5550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9206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CE5D9-E62E-4F7A-A81E-062D7E455046}"/>
              </a:ext>
            </a:extLst>
          </p:cNvPr>
          <p:cNvSpPr>
            <a:spLocks noGrp="1"/>
          </p:cNvSpPr>
          <p:nvPr>
            <p:ph type="title"/>
          </p:nvPr>
        </p:nvSpPr>
        <p:spPr/>
        <p:txBody>
          <a:bodyPr/>
          <a:lstStyle/>
          <a:p>
            <a:r>
              <a:rPr lang="en-IN" dirty="0"/>
              <a:t>Model</a:t>
            </a:r>
          </a:p>
        </p:txBody>
      </p:sp>
      <p:sp>
        <p:nvSpPr>
          <p:cNvPr id="3" name="Content Placeholder 2">
            <a:extLst>
              <a:ext uri="{FF2B5EF4-FFF2-40B4-BE49-F238E27FC236}">
                <a16:creationId xmlns:a16="http://schemas.microsoft.com/office/drawing/2014/main" id="{0B123843-3F8C-4020-A468-2D7345A289D6}"/>
              </a:ext>
            </a:extLst>
          </p:cNvPr>
          <p:cNvSpPr>
            <a:spLocks noGrp="1"/>
          </p:cNvSpPr>
          <p:nvPr>
            <p:ph idx="1"/>
          </p:nvPr>
        </p:nvSpPr>
        <p:spPr>
          <a:xfrm>
            <a:off x="838200" y="1272620"/>
            <a:ext cx="10515600" cy="5118655"/>
          </a:xfrm>
        </p:spPr>
        <p:txBody>
          <a:bodyPr>
            <a:normAutofit/>
          </a:bodyPr>
          <a:lstStyle/>
          <a:p>
            <a:r>
              <a:rPr lang="en-US" b="0" i="0" dirty="0">
                <a:solidFill>
                  <a:srgbClr val="15141A"/>
                </a:solidFill>
                <a:effectLst/>
                <a:latin typeface="Inter"/>
              </a:rPr>
              <a:t>Manages data and data related logic</a:t>
            </a:r>
          </a:p>
          <a:p>
            <a:r>
              <a:rPr lang="en-US" b="0" i="0" dirty="0">
                <a:solidFill>
                  <a:srgbClr val="292929"/>
                </a:solidFill>
                <a:effectLst/>
                <a:latin typeface="charter"/>
              </a:rPr>
              <a:t>It is known as the lowest level which means it is responsible for maintaining data. </a:t>
            </a:r>
          </a:p>
          <a:p>
            <a:r>
              <a:rPr lang="en-US" b="0" i="0" dirty="0">
                <a:solidFill>
                  <a:srgbClr val="292929"/>
                </a:solidFill>
                <a:effectLst/>
                <a:latin typeface="charter"/>
              </a:rPr>
              <a:t>Handle data logically so it basically deals with data. </a:t>
            </a:r>
          </a:p>
          <a:p>
            <a:r>
              <a:rPr lang="en-US" b="0" i="0" dirty="0">
                <a:solidFill>
                  <a:srgbClr val="292929"/>
                </a:solidFill>
                <a:effectLst/>
                <a:latin typeface="charter"/>
              </a:rPr>
              <a:t>The model is actually connected to the database so anything you do with data, adding or retrieving data is done in the model component.</a:t>
            </a:r>
          </a:p>
          <a:p>
            <a:r>
              <a:rPr lang="en-US" b="0" i="0" dirty="0">
                <a:solidFill>
                  <a:srgbClr val="292929"/>
                </a:solidFill>
                <a:effectLst/>
                <a:latin typeface="charter"/>
              </a:rPr>
              <a:t>It responds to the controller requests because the controller never talks to the database by itself.</a:t>
            </a:r>
          </a:p>
          <a:p>
            <a:r>
              <a:rPr lang="en-US" b="0" i="0" dirty="0">
                <a:solidFill>
                  <a:srgbClr val="292929"/>
                </a:solidFill>
                <a:effectLst/>
                <a:latin typeface="charter"/>
              </a:rPr>
              <a:t>The model talks to the database back and forth and then it gives the needed data to the controller. </a:t>
            </a:r>
          </a:p>
          <a:p>
            <a:pPr lvl="1"/>
            <a:r>
              <a:rPr lang="en-US" b="0" i="0" dirty="0">
                <a:solidFill>
                  <a:srgbClr val="292929"/>
                </a:solidFill>
                <a:effectLst/>
                <a:latin typeface="charter"/>
              </a:rPr>
              <a:t>Note: the model never communicated with the view directly.</a:t>
            </a:r>
            <a:endParaRPr lang="en-IN" dirty="0"/>
          </a:p>
        </p:txBody>
      </p:sp>
    </p:spTree>
    <p:extLst>
      <p:ext uri="{BB962C8B-B14F-4D97-AF65-F5344CB8AC3E}">
        <p14:creationId xmlns:p14="http://schemas.microsoft.com/office/powerpoint/2010/main" val="4036509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F7A0A-5C95-42BE-AE38-112492C345C0}"/>
              </a:ext>
            </a:extLst>
          </p:cNvPr>
          <p:cNvSpPr>
            <a:spLocks noGrp="1"/>
          </p:cNvSpPr>
          <p:nvPr>
            <p:ph type="title"/>
          </p:nvPr>
        </p:nvSpPr>
        <p:spPr/>
        <p:txBody>
          <a:bodyPr/>
          <a:lstStyle/>
          <a:p>
            <a:r>
              <a:rPr lang="en-IN" dirty="0"/>
              <a:t>View</a:t>
            </a:r>
          </a:p>
        </p:txBody>
      </p:sp>
      <p:sp>
        <p:nvSpPr>
          <p:cNvPr id="3" name="Content Placeholder 2">
            <a:extLst>
              <a:ext uri="{FF2B5EF4-FFF2-40B4-BE49-F238E27FC236}">
                <a16:creationId xmlns:a16="http://schemas.microsoft.com/office/drawing/2014/main" id="{38D9E388-C47C-4B27-BB23-6FFD78703728}"/>
              </a:ext>
            </a:extLst>
          </p:cNvPr>
          <p:cNvSpPr>
            <a:spLocks noGrp="1"/>
          </p:cNvSpPr>
          <p:nvPr>
            <p:ph idx="1"/>
          </p:nvPr>
        </p:nvSpPr>
        <p:spPr/>
        <p:txBody>
          <a:bodyPr/>
          <a:lstStyle/>
          <a:p>
            <a:r>
              <a:rPr lang="en-IN" b="0" i="0" dirty="0">
                <a:solidFill>
                  <a:srgbClr val="15141A"/>
                </a:solidFill>
                <a:effectLst/>
                <a:latin typeface="Inter"/>
              </a:rPr>
              <a:t>Handles layout and display.</a:t>
            </a:r>
          </a:p>
          <a:p>
            <a:r>
              <a:rPr lang="en-US" b="0" i="0" dirty="0">
                <a:solidFill>
                  <a:srgbClr val="292929"/>
                </a:solidFill>
                <a:effectLst/>
                <a:latin typeface="charter"/>
              </a:rPr>
              <a:t>Data representation is done by the view component. It actually generates UI or user interface for the user.</a:t>
            </a:r>
          </a:p>
          <a:p>
            <a:r>
              <a:rPr lang="en-US" b="0" i="0" dirty="0">
                <a:solidFill>
                  <a:srgbClr val="292929"/>
                </a:solidFill>
                <a:effectLst/>
                <a:latin typeface="charter"/>
              </a:rPr>
              <a:t>So at web applications when you think of the view component just think the Html/CSS part.</a:t>
            </a:r>
          </a:p>
          <a:p>
            <a:r>
              <a:rPr lang="en-US" b="0" i="0" dirty="0">
                <a:solidFill>
                  <a:srgbClr val="292929"/>
                </a:solidFill>
                <a:effectLst/>
                <a:latin typeface="charter"/>
              </a:rPr>
              <a:t>Views are created by the data which is collected by the model component but these data aren’t taken directly but through the controller, so the view only speaks to the controller.</a:t>
            </a:r>
            <a:endParaRPr lang="en-IN" dirty="0"/>
          </a:p>
        </p:txBody>
      </p:sp>
    </p:spTree>
    <p:extLst>
      <p:ext uri="{BB962C8B-B14F-4D97-AF65-F5344CB8AC3E}">
        <p14:creationId xmlns:p14="http://schemas.microsoft.com/office/powerpoint/2010/main" val="1062810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281A7-B07C-4B67-8324-243C4AF43C4F}"/>
              </a:ext>
            </a:extLst>
          </p:cNvPr>
          <p:cNvSpPr>
            <a:spLocks noGrp="1"/>
          </p:cNvSpPr>
          <p:nvPr>
            <p:ph type="title"/>
          </p:nvPr>
        </p:nvSpPr>
        <p:spPr/>
        <p:txBody>
          <a:bodyPr/>
          <a:lstStyle/>
          <a:p>
            <a:r>
              <a:rPr lang="en-IN" dirty="0"/>
              <a:t>Controller</a:t>
            </a:r>
          </a:p>
        </p:txBody>
      </p:sp>
      <p:sp>
        <p:nvSpPr>
          <p:cNvPr id="3" name="Content Placeholder 2">
            <a:extLst>
              <a:ext uri="{FF2B5EF4-FFF2-40B4-BE49-F238E27FC236}">
                <a16:creationId xmlns:a16="http://schemas.microsoft.com/office/drawing/2014/main" id="{AFB0BF8D-354C-4E04-BCA7-E68FE38763F5}"/>
              </a:ext>
            </a:extLst>
          </p:cNvPr>
          <p:cNvSpPr>
            <a:spLocks noGrp="1"/>
          </p:cNvSpPr>
          <p:nvPr>
            <p:ph idx="1"/>
          </p:nvPr>
        </p:nvSpPr>
        <p:spPr/>
        <p:txBody>
          <a:bodyPr/>
          <a:lstStyle/>
          <a:p>
            <a:r>
              <a:rPr lang="en-US" b="0" i="0" dirty="0">
                <a:solidFill>
                  <a:srgbClr val="15141A"/>
                </a:solidFill>
                <a:effectLst/>
                <a:latin typeface="Inter"/>
              </a:rPr>
              <a:t>Routes commands to the model and view parts</a:t>
            </a:r>
          </a:p>
          <a:p>
            <a:r>
              <a:rPr lang="en-US" b="0" i="0" dirty="0">
                <a:solidFill>
                  <a:srgbClr val="292929"/>
                </a:solidFill>
                <a:effectLst/>
                <a:latin typeface="charter"/>
              </a:rPr>
              <a:t>It’s known as the main man because the controller is the component that enables the interconnection between the views and the model so it acts as an intermediary. </a:t>
            </a:r>
          </a:p>
          <a:p>
            <a:r>
              <a:rPr lang="en-US" b="0" i="0" dirty="0">
                <a:solidFill>
                  <a:srgbClr val="292929"/>
                </a:solidFill>
                <a:effectLst/>
                <a:latin typeface="charter"/>
              </a:rPr>
              <a:t>The controller doesn’t have to worry about handling data logic, it just tells the model what to do.</a:t>
            </a:r>
          </a:p>
          <a:p>
            <a:r>
              <a:rPr lang="en-US" b="0" i="0" dirty="0">
                <a:solidFill>
                  <a:srgbClr val="292929"/>
                </a:solidFill>
                <a:effectLst/>
                <a:latin typeface="charter"/>
              </a:rPr>
              <a:t>After receiving data from the model it processes it and then it takes all that information it sends it to the view and explains how to represent to the user. </a:t>
            </a:r>
          </a:p>
          <a:p>
            <a:pPr lvl="1"/>
            <a:r>
              <a:rPr lang="en-US" b="0" i="0" dirty="0">
                <a:solidFill>
                  <a:srgbClr val="292929"/>
                </a:solidFill>
                <a:effectLst/>
                <a:latin typeface="charter"/>
              </a:rPr>
              <a:t>Note: Views and models can not talk directly.</a:t>
            </a:r>
            <a:endParaRPr lang="en-US" b="0" i="0" dirty="0">
              <a:solidFill>
                <a:srgbClr val="15141A"/>
              </a:solidFill>
              <a:effectLst/>
              <a:latin typeface="Inter"/>
            </a:endParaRPr>
          </a:p>
        </p:txBody>
      </p:sp>
    </p:spTree>
    <p:extLst>
      <p:ext uri="{BB962C8B-B14F-4D97-AF65-F5344CB8AC3E}">
        <p14:creationId xmlns:p14="http://schemas.microsoft.com/office/powerpoint/2010/main" val="2976783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EEE4-0EEC-462B-8EFF-AF3281BD6615}"/>
              </a:ext>
            </a:extLst>
          </p:cNvPr>
          <p:cNvSpPr>
            <a:spLocks noGrp="1"/>
          </p:cNvSpPr>
          <p:nvPr>
            <p:ph type="title"/>
          </p:nvPr>
        </p:nvSpPr>
        <p:spPr/>
        <p:txBody>
          <a:bodyPr/>
          <a:lstStyle/>
          <a:p>
            <a:r>
              <a:rPr lang="en-IN" dirty="0"/>
              <a:t>Advantages of MVC</a:t>
            </a:r>
          </a:p>
        </p:txBody>
      </p:sp>
      <p:sp>
        <p:nvSpPr>
          <p:cNvPr id="3" name="Content Placeholder 2">
            <a:extLst>
              <a:ext uri="{FF2B5EF4-FFF2-40B4-BE49-F238E27FC236}">
                <a16:creationId xmlns:a16="http://schemas.microsoft.com/office/drawing/2014/main" id="{9590C385-C717-4E3A-92B3-8782B85FB700}"/>
              </a:ext>
            </a:extLst>
          </p:cNvPr>
          <p:cNvSpPr>
            <a:spLocks noGrp="1"/>
          </p:cNvSpPr>
          <p:nvPr>
            <p:ph idx="1"/>
          </p:nvPr>
        </p:nvSpPr>
        <p:spPr/>
        <p:txBody>
          <a:bodyPr/>
          <a:lstStyle/>
          <a:p>
            <a:r>
              <a:rPr lang="en-US" b="0" i="0" dirty="0">
                <a:solidFill>
                  <a:srgbClr val="292929"/>
                </a:solidFill>
                <a:effectLst/>
                <a:latin typeface="charter"/>
              </a:rPr>
              <a:t>MVC architecture will separate the user interface from business logic and business logic</a:t>
            </a:r>
          </a:p>
          <a:p>
            <a:r>
              <a:rPr lang="en-US" b="0" i="0" dirty="0">
                <a:solidFill>
                  <a:srgbClr val="292929"/>
                </a:solidFill>
                <a:effectLst/>
                <a:latin typeface="charter"/>
              </a:rPr>
              <a:t> Components are reusable.</a:t>
            </a:r>
          </a:p>
          <a:p>
            <a:r>
              <a:rPr lang="en-US" b="0" i="0" dirty="0">
                <a:solidFill>
                  <a:srgbClr val="292929"/>
                </a:solidFill>
                <a:effectLst/>
                <a:latin typeface="charter"/>
              </a:rPr>
              <a:t>Easy to maintain.</a:t>
            </a:r>
          </a:p>
          <a:p>
            <a:r>
              <a:rPr lang="en-US" b="0" i="0" dirty="0">
                <a:solidFill>
                  <a:srgbClr val="292929"/>
                </a:solidFill>
                <a:effectLst/>
                <a:latin typeface="charter"/>
              </a:rPr>
              <a:t>Different components of the application in MVC can be independently deployed and maintained.</a:t>
            </a:r>
          </a:p>
          <a:p>
            <a:r>
              <a:rPr lang="en-US" b="0" i="0" dirty="0">
                <a:solidFill>
                  <a:srgbClr val="292929"/>
                </a:solidFill>
                <a:effectLst/>
                <a:latin typeface="charter"/>
              </a:rPr>
              <a:t>This architecture helps to test components independently.</a:t>
            </a:r>
            <a:endParaRPr lang="en-IN" dirty="0"/>
          </a:p>
        </p:txBody>
      </p:sp>
    </p:spTree>
    <p:extLst>
      <p:ext uri="{BB962C8B-B14F-4D97-AF65-F5344CB8AC3E}">
        <p14:creationId xmlns:p14="http://schemas.microsoft.com/office/powerpoint/2010/main" val="1456710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3C6C9-4F2A-4BB3-9CBF-BA87358A0896}"/>
              </a:ext>
            </a:extLst>
          </p:cNvPr>
          <p:cNvSpPr>
            <a:spLocks noGrp="1"/>
          </p:cNvSpPr>
          <p:nvPr>
            <p:ph type="title"/>
          </p:nvPr>
        </p:nvSpPr>
        <p:spPr/>
        <p:txBody>
          <a:bodyPr/>
          <a:lstStyle/>
          <a:p>
            <a:r>
              <a:rPr lang="en-IN" dirty="0"/>
              <a:t>Disadvantages of MVC</a:t>
            </a:r>
          </a:p>
        </p:txBody>
      </p:sp>
      <p:sp>
        <p:nvSpPr>
          <p:cNvPr id="3" name="Content Placeholder 2">
            <a:extLst>
              <a:ext uri="{FF2B5EF4-FFF2-40B4-BE49-F238E27FC236}">
                <a16:creationId xmlns:a16="http://schemas.microsoft.com/office/drawing/2014/main" id="{31277040-E9FB-4E2D-99D3-677B71793399}"/>
              </a:ext>
            </a:extLst>
          </p:cNvPr>
          <p:cNvSpPr>
            <a:spLocks noGrp="1"/>
          </p:cNvSpPr>
          <p:nvPr>
            <p:ph idx="1"/>
          </p:nvPr>
        </p:nvSpPr>
        <p:spPr/>
        <p:txBody>
          <a:bodyPr/>
          <a:lstStyle/>
          <a:p>
            <a:r>
              <a:rPr lang="en-US" b="0" i="0" dirty="0">
                <a:solidFill>
                  <a:srgbClr val="292929"/>
                </a:solidFill>
                <a:effectLst/>
                <a:latin typeface="charter"/>
              </a:rPr>
              <a:t>The complexity is high.</a:t>
            </a:r>
          </a:p>
          <a:p>
            <a:r>
              <a:rPr lang="en-US" b="0" i="0" dirty="0">
                <a:solidFill>
                  <a:srgbClr val="292929"/>
                </a:solidFill>
                <a:effectLst/>
                <a:latin typeface="charter"/>
              </a:rPr>
              <a:t>Not suitable for small applications.</a:t>
            </a:r>
          </a:p>
          <a:p>
            <a:r>
              <a:rPr lang="en-US" b="0" i="0" dirty="0">
                <a:solidFill>
                  <a:srgbClr val="292929"/>
                </a:solidFill>
                <a:effectLst/>
                <a:latin typeface="charter"/>
              </a:rPr>
              <a:t>The inefficiency of data access in view.</a:t>
            </a:r>
            <a:endParaRPr lang="en-IN" dirty="0"/>
          </a:p>
        </p:txBody>
      </p:sp>
    </p:spTree>
    <p:extLst>
      <p:ext uri="{BB962C8B-B14F-4D97-AF65-F5344CB8AC3E}">
        <p14:creationId xmlns:p14="http://schemas.microsoft.com/office/powerpoint/2010/main" val="2320667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50831-C623-46D7-AAAA-DBA89A687210}"/>
              </a:ext>
            </a:extLst>
          </p:cNvPr>
          <p:cNvSpPr>
            <a:spLocks noGrp="1"/>
          </p:cNvSpPr>
          <p:nvPr>
            <p:ph type="title"/>
          </p:nvPr>
        </p:nvSpPr>
        <p:spPr/>
        <p:txBody>
          <a:bodyPr/>
          <a:lstStyle/>
          <a:p>
            <a:r>
              <a:rPr lang="en-IN" dirty="0"/>
              <a:t>Summary</a:t>
            </a:r>
          </a:p>
        </p:txBody>
      </p:sp>
      <p:sp>
        <p:nvSpPr>
          <p:cNvPr id="3" name="Content Placeholder 2">
            <a:extLst>
              <a:ext uri="{FF2B5EF4-FFF2-40B4-BE49-F238E27FC236}">
                <a16:creationId xmlns:a16="http://schemas.microsoft.com/office/drawing/2014/main" id="{782CECA1-E0A3-4FAA-A18A-66D28FDD24A8}"/>
              </a:ext>
            </a:extLst>
          </p:cNvPr>
          <p:cNvSpPr>
            <a:spLocks noGrp="1"/>
          </p:cNvSpPr>
          <p:nvPr>
            <p:ph idx="1"/>
          </p:nvPr>
        </p:nvSpPr>
        <p:spPr/>
        <p:txBody>
          <a:bodyPr/>
          <a:lstStyle/>
          <a:p>
            <a:r>
              <a:rPr lang="en-US" b="0" i="0" dirty="0">
                <a:solidFill>
                  <a:srgbClr val="292929"/>
                </a:solidFill>
                <a:effectLst/>
                <a:latin typeface="charter"/>
              </a:rPr>
              <a:t>MVC is an architectural pattern consisting of three parts: Model, View, Controller.</a:t>
            </a:r>
          </a:p>
          <a:p>
            <a:pPr lvl="1"/>
            <a:r>
              <a:rPr lang="en-US" b="0" i="0" dirty="0">
                <a:solidFill>
                  <a:srgbClr val="292929"/>
                </a:solidFill>
                <a:effectLst/>
                <a:latin typeface="charter"/>
              </a:rPr>
              <a:t>Model: Handles data logic.</a:t>
            </a:r>
          </a:p>
          <a:p>
            <a:pPr lvl="1"/>
            <a:r>
              <a:rPr lang="en-US" b="0" i="0" dirty="0">
                <a:solidFill>
                  <a:srgbClr val="292929"/>
                </a:solidFill>
                <a:effectLst/>
                <a:latin typeface="charter"/>
              </a:rPr>
              <a:t>View: It displays the information from the model to the user.</a:t>
            </a:r>
          </a:p>
          <a:p>
            <a:pPr lvl="1"/>
            <a:r>
              <a:rPr lang="en-US" b="0" i="0" dirty="0">
                <a:solidFill>
                  <a:srgbClr val="292929"/>
                </a:solidFill>
                <a:effectLst/>
                <a:latin typeface="charter"/>
              </a:rPr>
              <a:t>Controller: It controls the data flow into a model object and updates the view whenever data changes.</a:t>
            </a:r>
          </a:p>
          <a:p>
            <a:r>
              <a:rPr lang="en-US" b="0" i="0" dirty="0">
                <a:solidFill>
                  <a:srgbClr val="292929"/>
                </a:solidFill>
                <a:effectLst/>
                <a:latin typeface="charter"/>
              </a:rPr>
              <a:t>It is invented by Trygve </a:t>
            </a:r>
            <a:r>
              <a:rPr lang="en-US" b="0" i="0" dirty="0" err="1">
                <a:solidFill>
                  <a:srgbClr val="292929"/>
                </a:solidFill>
                <a:effectLst/>
                <a:latin typeface="charter"/>
              </a:rPr>
              <a:t>Reenskau</a:t>
            </a:r>
            <a:r>
              <a:rPr lang="en-US" b="0" i="0" dirty="0">
                <a:solidFill>
                  <a:srgbClr val="292929"/>
                </a:solidFill>
                <a:effectLst/>
                <a:latin typeface="charter"/>
              </a:rPr>
              <a:t>.</a:t>
            </a:r>
          </a:p>
          <a:p>
            <a:r>
              <a:rPr lang="en-US" b="0" i="0">
                <a:solidFill>
                  <a:srgbClr val="292929"/>
                </a:solidFill>
                <a:effectLst/>
                <a:latin typeface="charter"/>
              </a:rPr>
              <a:t>Even </a:t>
            </a:r>
            <a:r>
              <a:rPr lang="en-US" b="0" i="0" dirty="0">
                <a:solidFill>
                  <a:srgbClr val="292929"/>
                </a:solidFill>
                <a:effectLst/>
                <a:latin typeface="charter"/>
              </a:rPr>
              <a:t>though it’s very popular and it does have some disadvantages, the main one is complexity.</a:t>
            </a:r>
            <a:endParaRPr lang="en-IN" dirty="0"/>
          </a:p>
        </p:txBody>
      </p:sp>
    </p:spTree>
    <p:extLst>
      <p:ext uri="{BB962C8B-B14F-4D97-AF65-F5344CB8AC3E}">
        <p14:creationId xmlns:p14="http://schemas.microsoft.com/office/powerpoint/2010/main" val="2460037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441</Words>
  <Application>Microsoft Office PowerPoint</Application>
  <PresentationFormat>Widescreen</PresentationFormat>
  <Paragraphs>39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charter</vt:lpstr>
      <vt:lpstr>Inter</vt:lpstr>
      <vt:lpstr>Office Theme</vt:lpstr>
      <vt:lpstr>Model-View-Controller</vt:lpstr>
      <vt:lpstr>MVC (Model-View-Controller)</vt:lpstr>
      <vt:lpstr>Model</vt:lpstr>
      <vt:lpstr>View</vt:lpstr>
      <vt:lpstr>Controller</vt:lpstr>
      <vt:lpstr>Advantages of MVC</vt:lpstr>
      <vt:lpstr>Disadvantages of MVC</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Model-View-Controller</dc:title>
  <dc:creator>Shantanu Banerjee</dc:creator>
  <cp:lastModifiedBy>Shantanu Banerjee</cp:lastModifiedBy>
  <cp:revision>1</cp:revision>
  <dcterms:created xsi:type="dcterms:W3CDTF">2022-07-03T13:50:04Z</dcterms:created>
  <dcterms:modified xsi:type="dcterms:W3CDTF">2022-07-03T13:50:21Z</dcterms:modified>
</cp:coreProperties>
</file>